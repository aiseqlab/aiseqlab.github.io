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7" r:id="rId3"/>
    <p:sldId id="268" r:id="rId4"/>
    <p:sldId id="259" r:id="rId5"/>
    <p:sldId id="260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32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31" autoAdjust="0"/>
    <p:restoredTop sz="94478"/>
  </p:normalViewPr>
  <p:slideViewPr>
    <p:cSldViewPr snapToGrid="0">
      <p:cViewPr varScale="1">
        <p:scale>
          <a:sx n="102" d="100"/>
          <a:sy n="102" d="100"/>
        </p:scale>
        <p:origin x="2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2B7F2-4ED9-403D-8D8A-879FE3B4014E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C423D-7B4B-467C-A396-4684F9D5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3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56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F216-2303-CCCA-7D04-79620CCE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F3928-A26A-F38D-C6F5-97DB4FADB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A3A11-865A-DF9F-A27C-4E1CC7A3A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DEB9D-08EC-47E5-FEF5-2AA21C50B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51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5569-A1C6-A157-CACB-9E848790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6549B-9DAF-0496-90AD-096F4EB55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E6D8F-6BF3-BFDE-B4D5-BFBA1E920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70B30-CF18-3F24-768D-32980F396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15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E7D5-C01F-CAE1-E3DF-BAC7AB9F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58C78-CE4F-9834-3E31-B6898E1AB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91BD2-128B-5E1F-D2FE-DFA909A07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04296-64C0-5F26-AD31-E94DCEE97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0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DE8D-798D-7555-88AA-4E95AF2C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55F20-0008-EC69-AC5E-D4FE09F79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1490-2FD4-AA50-BF50-4CF45762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235BF-6526-76F5-5969-04EDDEEC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8706E-08C5-A163-CBC0-FC7AE816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5F3D-D312-928A-32FE-7257407D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6CF6-4835-2587-BDF2-EA47C33EE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588C-59DE-2F0B-8FC0-84C64C1D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2A61-CE4A-8891-E424-CCBF1B92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80E8D-334E-B257-73DB-24B5D00D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9CC0-142D-0422-B915-B6015A2B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0E424-1A09-B3F5-445E-3D6A9FEB9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E8D41-581E-95D0-BC61-2FC75315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768F-F744-A98F-FDDE-2F26B118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01A2D-EE1F-C63F-6E0B-EA54C33E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3A80-A87E-D958-D2DB-90FEF1C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DEB2-CCCE-F170-1F5E-3F550729F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B4791-08C3-3085-79B4-63C4A6C20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416DA-E63F-75F7-16BF-6FE05494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DB0CF-1249-793C-6933-723E973A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69478-216A-E420-4871-50B60E4E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2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A8BE-99EA-CEB3-F967-3E3C3056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3B47-DE42-B6AC-886D-392613950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DDFE9-841D-4C7F-2B89-B3FB2ED46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64B45-0D56-BCEA-CB35-E3A628EB1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B7089-3B4E-CA12-8290-AD730D246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ACA35-7947-CC39-9F84-DF76F92C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2F98D-335D-5379-B7EB-51568888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6135E-532D-47C6-EBF4-BCF9B6FA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4037-D3AD-4234-3784-617F2814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5E707-9B4D-9764-18C2-E6F951D1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1A7BC-9FD1-F3A1-FF97-C3B77D32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1E4CE-523B-97B0-46D1-83937B16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6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7AEB8-1F39-B754-CEB1-E6CC74FE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E0D89-B5C6-76DF-E3EE-7BC349C7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50BEE-FACB-CCF3-75B9-D90A28BF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3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B739-52C1-EC9C-BAB6-2190F2E5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22FE-F550-4965-05BB-3BD1B961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F61AD-E898-1348-500B-D53F8E68D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2113D-70B5-1554-B46B-E1FA9BE8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BD78A-BCFB-145F-3560-0F0D234A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CCA62-BD49-0A4E-BA55-F4548E5B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451F-A63A-4CA9-56FB-FF25D44D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EC0B8-E9A4-D6BC-BB6C-AC4DBBD0E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E3693-0009-6A56-43F4-448D30D4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5BE45-3029-7D5B-0B91-A6442F2C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A3B2A-5F1E-D057-20F7-C5001462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A52A6-6EBB-F9BC-7FF0-B021E143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4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9BE5-8A2D-8C54-A867-730006CE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E8D7C-1733-7420-C8E2-E1B600840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AF03-26F1-AC4F-04EC-3410C5C6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ABDB-17A1-FDF0-E308-D956490B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79D9C-4CC0-24EA-6C38-5F06378D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87074-DFB1-F2E5-FE3E-E983588B5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33FA0-2BA5-C1F9-9453-A4C2D05CA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3321-B3F2-4A16-8C64-8DC325FA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88C8-C17F-3F52-8E89-BDA6863A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C3A1-BC56-130D-575A-B17453EB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0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452CD-2F74-E689-677A-5D2A444E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BF50-C904-90BC-1C17-1DDCAF202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C5E9F-45E2-2B0B-2F8B-77B2BFB00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A5567-2D39-432B-A86B-39F40DF129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54A3-E78A-1718-5D47-74ED7E2BE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D6CD-F51E-9292-4433-501911A88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F4EB994-CE36-BBE7-DA7B-A57EF8235A71}"/>
              </a:ext>
            </a:extLst>
          </p:cNvPr>
          <p:cNvSpPr/>
          <p:nvPr/>
        </p:nvSpPr>
        <p:spPr>
          <a:xfrm>
            <a:off x="0" y="1474987"/>
            <a:ext cx="2509675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06CD9C-BDF8-D53A-EC65-A6A3AA46D577}"/>
              </a:ext>
            </a:extLst>
          </p:cNvPr>
          <p:cNvSpPr/>
          <p:nvPr/>
        </p:nvSpPr>
        <p:spPr>
          <a:xfrm rot="5400000">
            <a:off x="3097426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308E4A-B3EC-0189-B846-E5C3F3EAE95C}"/>
              </a:ext>
            </a:extLst>
          </p:cNvPr>
          <p:cNvSpPr/>
          <p:nvPr/>
        </p:nvSpPr>
        <p:spPr>
          <a:xfrm rot="5400000">
            <a:off x="2701322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B3BEBB-F496-31FC-2167-6216D8C60E9D}"/>
              </a:ext>
            </a:extLst>
          </p:cNvPr>
          <p:cNvSpPr/>
          <p:nvPr/>
        </p:nvSpPr>
        <p:spPr>
          <a:xfrm rot="5400000">
            <a:off x="2305217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CE1CD8-A77F-DB25-7959-F156DA3DEACF}"/>
              </a:ext>
            </a:extLst>
          </p:cNvPr>
          <p:cNvSpPr/>
          <p:nvPr/>
        </p:nvSpPr>
        <p:spPr>
          <a:xfrm>
            <a:off x="2708160" y="29912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7DC428-68C5-9FBC-65A4-6773711B108A}"/>
              </a:ext>
            </a:extLst>
          </p:cNvPr>
          <p:cNvSpPr/>
          <p:nvPr/>
        </p:nvSpPr>
        <p:spPr>
          <a:xfrm>
            <a:off x="2708160" y="26601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DA5666-D6B9-7672-0C3A-F03BCFF93E2E}"/>
              </a:ext>
            </a:extLst>
          </p:cNvPr>
          <p:cNvSpPr/>
          <p:nvPr/>
        </p:nvSpPr>
        <p:spPr>
          <a:xfrm>
            <a:off x="2708160" y="23289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4CE3F8-9F6A-233D-19DA-D55356C1E5B5}"/>
              </a:ext>
            </a:extLst>
          </p:cNvPr>
          <p:cNvSpPr/>
          <p:nvPr/>
        </p:nvSpPr>
        <p:spPr>
          <a:xfrm>
            <a:off x="2884202" y="20028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50E2141D-8661-2873-8F84-A87578722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945" y="25612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811C460-4561-A612-7D62-9C39370CE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178" y="20897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ABA0E3-0B5F-6C96-1D64-A5558ACDEC74}"/>
              </a:ext>
            </a:extLst>
          </p:cNvPr>
          <p:cNvSpPr/>
          <p:nvPr/>
        </p:nvSpPr>
        <p:spPr>
          <a:xfrm rot="5400000">
            <a:off x="6647076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670E43-A53E-2E50-AD5E-115D37F70437}"/>
              </a:ext>
            </a:extLst>
          </p:cNvPr>
          <p:cNvSpPr/>
          <p:nvPr/>
        </p:nvSpPr>
        <p:spPr>
          <a:xfrm rot="5400000">
            <a:off x="6250972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50BC17-0A53-FB1B-C32E-768989C073F7}"/>
              </a:ext>
            </a:extLst>
          </p:cNvPr>
          <p:cNvSpPr/>
          <p:nvPr/>
        </p:nvSpPr>
        <p:spPr>
          <a:xfrm rot="5400000">
            <a:off x="5854867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CF20AE-B10E-1CD0-09C7-64FAF0BC3AE1}"/>
              </a:ext>
            </a:extLst>
          </p:cNvPr>
          <p:cNvSpPr/>
          <p:nvPr/>
        </p:nvSpPr>
        <p:spPr>
          <a:xfrm>
            <a:off x="6257810" y="30781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7FD0FF-E7E0-D1A5-7812-159872FA5C06}"/>
              </a:ext>
            </a:extLst>
          </p:cNvPr>
          <p:cNvSpPr/>
          <p:nvPr/>
        </p:nvSpPr>
        <p:spPr>
          <a:xfrm>
            <a:off x="6257810" y="27470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3051DC-2B96-AB0C-C93A-37449C5C756E}"/>
              </a:ext>
            </a:extLst>
          </p:cNvPr>
          <p:cNvSpPr/>
          <p:nvPr/>
        </p:nvSpPr>
        <p:spPr>
          <a:xfrm>
            <a:off x="6257810" y="24158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B870E7-8A73-9EBF-653E-BFD83A78BBA8}"/>
              </a:ext>
            </a:extLst>
          </p:cNvPr>
          <p:cNvSpPr/>
          <p:nvPr/>
        </p:nvSpPr>
        <p:spPr>
          <a:xfrm>
            <a:off x="6433852" y="20897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CC8B90D8-4DD3-303B-AAC7-8E1BA68B7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595" y="26481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1F99566-FCC0-80A6-2A27-DCBECE5B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28" y="21766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4078C6F-7305-516F-A414-B7F2B007C68D}"/>
              </a:ext>
            </a:extLst>
          </p:cNvPr>
          <p:cNvSpPr txBox="1"/>
          <p:nvPr/>
        </p:nvSpPr>
        <p:spPr>
          <a:xfrm>
            <a:off x="2804159" y="356477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44B260-6B1B-29D2-B90D-CEF4D988352B}"/>
              </a:ext>
            </a:extLst>
          </p:cNvPr>
          <p:cNvSpPr/>
          <p:nvPr/>
        </p:nvSpPr>
        <p:spPr>
          <a:xfrm rot="5400000">
            <a:off x="6675058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22807A-6B52-A915-26BC-449070F24EA3}"/>
              </a:ext>
            </a:extLst>
          </p:cNvPr>
          <p:cNvSpPr/>
          <p:nvPr/>
        </p:nvSpPr>
        <p:spPr>
          <a:xfrm rot="5400000">
            <a:off x="6278954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25A3C1-CC41-71DB-048B-F221BE5A796E}"/>
              </a:ext>
            </a:extLst>
          </p:cNvPr>
          <p:cNvSpPr/>
          <p:nvPr/>
        </p:nvSpPr>
        <p:spPr>
          <a:xfrm rot="5400000">
            <a:off x="5882849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B33097-4520-719B-3F45-2E3EB8294BE6}"/>
              </a:ext>
            </a:extLst>
          </p:cNvPr>
          <p:cNvSpPr/>
          <p:nvPr/>
        </p:nvSpPr>
        <p:spPr>
          <a:xfrm>
            <a:off x="6285792" y="589103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BBACC5-B743-411A-C3BD-49FE6616A276}"/>
              </a:ext>
            </a:extLst>
          </p:cNvPr>
          <p:cNvSpPr/>
          <p:nvPr/>
        </p:nvSpPr>
        <p:spPr>
          <a:xfrm>
            <a:off x="6285792" y="555990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A3494E-5771-C3D8-9F2F-77AE77C35585}"/>
              </a:ext>
            </a:extLst>
          </p:cNvPr>
          <p:cNvSpPr/>
          <p:nvPr/>
        </p:nvSpPr>
        <p:spPr>
          <a:xfrm>
            <a:off x="6285792" y="522878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2795D2-F1BF-CE94-8A6B-44901BCA5AEA}"/>
              </a:ext>
            </a:extLst>
          </p:cNvPr>
          <p:cNvSpPr/>
          <p:nvPr/>
        </p:nvSpPr>
        <p:spPr>
          <a:xfrm>
            <a:off x="6461834" y="49026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3D580D6-79D7-2186-A93F-56610A2EA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77" y="54610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1450D98-739F-8887-6C3B-2850B9464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10" y="498955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FDD57E55-9928-5301-88F2-574939F3C291}"/>
              </a:ext>
            </a:extLst>
          </p:cNvPr>
          <p:cNvSpPr/>
          <p:nvPr/>
        </p:nvSpPr>
        <p:spPr>
          <a:xfrm>
            <a:off x="5931490" y="4372031"/>
            <a:ext cx="2481439" cy="24814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CA3B92-2008-FC7D-D5BD-E82FAAAB84BA}"/>
              </a:ext>
            </a:extLst>
          </p:cNvPr>
          <p:cNvSpPr/>
          <p:nvPr/>
        </p:nvSpPr>
        <p:spPr>
          <a:xfrm rot="5400000">
            <a:off x="719398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297C8A7-4C43-7FCE-8FAF-1F07DDB94F24}"/>
              </a:ext>
            </a:extLst>
          </p:cNvPr>
          <p:cNvSpPr/>
          <p:nvPr/>
        </p:nvSpPr>
        <p:spPr>
          <a:xfrm rot="5400000">
            <a:off x="323294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9F7E8-9CFF-33D3-B9D2-38B5F4981DDC}"/>
              </a:ext>
            </a:extLst>
          </p:cNvPr>
          <p:cNvSpPr/>
          <p:nvPr/>
        </p:nvSpPr>
        <p:spPr>
          <a:xfrm rot="5400000">
            <a:off x="-72811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AB9D4-4145-D154-5178-92E6ED67F2C6}"/>
              </a:ext>
            </a:extLst>
          </p:cNvPr>
          <p:cNvSpPr/>
          <p:nvPr/>
        </p:nvSpPr>
        <p:spPr>
          <a:xfrm>
            <a:off x="330132" y="305126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8D8EB59-3E44-7878-42F4-B406558CFEB6}"/>
              </a:ext>
            </a:extLst>
          </p:cNvPr>
          <p:cNvSpPr/>
          <p:nvPr/>
        </p:nvSpPr>
        <p:spPr>
          <a:xfrm>
            <a:off x="330132" y="2720137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8384B3E-7558-B2B1-6E09-4EF52B7DC2FA}"/>
              </a:ext>
            </a:extLst>
          </p:cNvPr>
          <p:cNvSpPr/>
          <p:nvPr/>
        </p:nvSpPr>
        <p:spPr>
          <a:xfrm>
            <a:off x="330132" y="238901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9F68D7-0EEE-9799-4983-C63C3ED04B20}"/>
              </a:ext>
            </a:extLst>
          </p:cNvPr>
          <p:cNvSpPr/>
          <p:nvPr/>
        </p:nvSpPr>
        <p:spPr>
          <a:xfrm>
            <a:off x="506174" y="2062887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1AFBF86D-F438-62A3-EF86-7902C3CA4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17" y="2621274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18A5ABD8-CA56-B405-FF65-DCB92F1DB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44" y="2121183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477531-4AEC-33AD-3115-251D449AE925}"/>
              </a:ext>
            </a:extLst>
          </p:cNvPr>
          <p:cNvSpPr txBox="1"/>
          <p:nvPr/>
        </p:nvSpPr>
        <p:spPr>
          <a:xfrm>
            <a:off x="426131" y="3624790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703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04CE484-F909-8325-F81B-CC8C38747983}"/>
              </a:ext>
            </a:extLst>
          </p:cNvPr>
          <p:cNvSpPr/>
          <p:nvPr/>
        </p:nvSpPr>
        <p:spPr>
          <a:xfrm>
            <a:off x="5922693" y="809805"/>
            <a:ext cx="5701272" cy="18598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9E8B1CC-4A4A-C84D-0C93-AE7FCD34FE50}"/>
              </a:ext>
            </a:extLst>
          </p:cNvPr>
          <p:cNvSpPr>
            <a:spLocks noChangeAspect="1"/>
          </p:cNvSpPr>
          <p:nvPr/>
        </p:nvSpPr>
        <p:spPr>
          <a:xfrm>
            <a:off x="2465278" y="2196259"/>
            <a:ext cx="2999749" cy="299974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5B44-1918-0A6B-FC23-17716604915A}"/>
              </a:ext>
            </a:extLst>
          </p:cNvPr>
          <p:cNvSpPr txBox="1"/>
          <p:nvPr/>
        </p:nvSpPr>
        <p:spPr>
          <a:xfrm>
            <a:off x="2998156" y="3001265"/>
            <a:ext cx="2466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139BD-DB7C-4526-2EB9-BDADDEDF6EC5}"/>
              </a:ext>
            </a:extLst>
          </p:cNvPr>
          <p:cNvCxnSpPr>
            <a:cxnSpLocks/>
          </p:cNvCxnSpPr>
          <p:nvPr/>
        </p:nvCxnSpPr>
        <p:spPr>
          <a:xfrm>
            <a:off x="3058348" y="3859724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5709812-191C-C925-972B-A5917A40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193" y="2782154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DCE02D-C88E-AC7A-504E-40239560308C}"/>
              </a:ext>
            </a:extLst>
          </p:cNvPr>
          <p:cNvCxnSpPr>
            <a:cxnSpLocks/>
          </p:cNvCxnSpPr>
          <p:nvPr/>
        </p:nvCxnSpPr>
        <p:spPr>
          <a:xfrm>
            <a:off x="3792639" y="3532544"/>
            <a:ext cx="1440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1AEEDC-1BB2-BC54-4C7E-01661A84599F}"/>
              </a:ext>
            </a:extLst>
          </p:cNvPr>
          <p:cNvCxnSpPr>
            <a:cxnSpLocks/>
          </p:cNvCxnSpPr>
          <p:nvPr/>
        </p:nvCxnSpPr>
        <p:spPr>
          <a:xfrm flipV="1">
            <a:off x="3657600" y="3532544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5A37CE5-789C-41C7-9742-9E8874EF06EE}"/>
              </a:ext>
            </a:extLst>
          </p:cNvPr>
          <p:cNvSpPr txBox="1"/>
          <p:nvPr/>
        </p:nvSpPr>
        <p:spPr>
          <a:xfrm>
            <a:off x="6609190" y="1357343"/>
            <a:ext cx="2924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at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8BD161-BAE0-5958-4F8C-8EB72A5BED73}"/>
              </a:ext>
            </a:extLst>
          </p:cNvPr>
          <p:cNvCxnSpPr>
            <a:cxnSpLocks/>
          </p:cNvCxnSpPr>
          <p:nvPr/>
        </p:nvCxnSpPr>
        <p:spPr>
          <a:xfrm>
            <a:off x="6669383" y="2215802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449A2911-60E7-A575-FAE8-6E8924AD9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228" y="1138232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32291CF-1715-142E-68FE-ABF38A72E88D}"/>
              </a:ext>
            </a:extLst>
          </p:cNvPr>
          <p:cNvCxnSpPr>
            <a:cxnSpLocks/>
          </p:cNvCxnSpPr>
          <p:nvPr/>
        </p:nvCxnSpPr>
        <p:spPr>
          <a:xfrm>
            <a:off x="7403674" y="1888622"/>
            <a:ext cx="194314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7275FE-B10F-A588-F36C-AA2AB64B29D6}"/>
              </a:ext>
            </a:extLst>
          </p:cNvPr>
          <p:cNvCxnSpPr>
            <a:cxnSpLocks/>
          </p:cNvCxnSpPr>
          <p:nvPr/>
        </p:nvCxnSpPr>
        <p:spPr>
          <a:xfrm flipV="1">
            <a:off x="7268635" y="1888622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7EBAB01-EFD5-66A3-16A9-4F78450BE5B2}"/>
              </a:ext>
            </a:extLst>
          </p:cNvPr>
          <p:cNvSpPr>
            <a:spLocks noChangeAspect="1"/>
          </p:cNvSpPr>
          <p:nvPr/>
        </p:nvSpPr>
        <p:spPr>
          <a:xfrm>
            <a:off x="6096000" y="-110029"/>
            <a:ext cx="3600000" cy="360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43" name="Picture 4">
            <a:extLst>
              <a:ext uri="{FF2B5EF4-FFF2-40B4-BE49-F238E27FC236}">
                <a16:creationId xmlns:a16="http://schemas.microsoft.com/office/drawing/2014/main" id="{6CCF406E-2867-DA00-AABB-5C4C1E4A9A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6" t="30055"/>
          <a:stretch>
            <a:fillRect/>
          </a:stretch>
        </p:blipFill>
        <p:spPr bwMode="auto">
          <a:xfrm>
            <a:off x="9521993" y="1433726"/>
            <a:ext cx="1651572" cy="123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705F6CC-51D2-62E7-4391-DCE9DC222630}"/>
              </a:ext>
            </a:extLst>
          </p:cNvPr>
          <p:cNvSpPr txBox="1"/>
          <p:nvPr/>
        </p:nvSpPr>
        <p:spPr>
          <a:xfrm>
            <a:off x="3764931" y="3477969"/>
            <a:ext cx="1486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>
                <a:latin typeface="Aharoni" panose="020F0502020204030204" pitchFamily="34" charset="0"/>
                <a:cs typeface="Aharoni" panose="020F0502020204030204" pitchFamily="34" charset="0"/>
              </a:rPr>
              <a:t>research 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487992D-47AA-DFA7-5174-206A2C15DC5F}"/>
              </a:ext>
            </a:extLst>
          </p:cNvPr>
          <p:cNvSpPr>
            <a:spLocks noChangeAspect="1"/>
          </p:cNvSpPr>
          <p:nvPr/>
        </p:nvSpPr>
        <p:spPr>
          <a:xfrm>
            <a:off x="6536901" y="2998046"/>
            <a:ext cx="2999749" cy="299974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EE3CCC-44C0-5CEA-C129-E0D249DEC5D5}"/>
              </a:ext>
            </a:extLst>
          </p:cNvPr>
          <p:cNvSpPr txBox="1"/>
          <p:nvPr/>
        </p:nvSpPr>
        <p:spPr>
          <a:xfrm>
            <a:off x="7069779" y="3803052"/>
            <a:ext cx="2466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FC0A5F1-E32F-0262-9B01-B176DF5BA1FE}"/>
              </a:ext>
            </a:extLst>
          </p:cNvPr>
          <p:cNvCxnSpPr>
            <a:cxnSpLocks/>
          </p:cNvCxnSpPr>
          <p:nvPr/>
        </p:nvCxnSpPr>
        <p:spPr>
          <a:xfrm>
            <a:off x="7129971" y="4661511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8E2AE578-14C9-CAA7-73AE-D0113F68D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816" y="3583941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0BC827-AAF8-AFB9-935E-8378A69B4EAE}"/>
              </a:ext>
            </a:extLst>
          </p:cNvPr>
          <p:cNvCxnSpPr>
            <a:cxnSpLocks/>
          </p:cNvCxnSpPr>
          <p:nvPr/>
        </p:nvCxnSpPr>
        <p:spPr>
          <a:xfrm>
            <a:off x="7864262" y="4334331"/>
            <a:ext cx="1440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4" name="Picture 4">
            <a:extLst>
              <a:ext uri="{FF2B5EF4-FFF2-40B4-BE49-F238E27FC236}">
                <a16:creationId xmlns:a16="http://schemas.microsoft.com/office/drawing/2014/main" id="{5B74924D-C00C-9D44-6ABC-CC2F8AF3D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6" t="30055"/>
          <a:stretch>
            <a:fillRect/>
          </a:stretch>
        </p:blipFill>
        <p:spPr bwMode="auto">
          <a:xfrm>
            <a:off x="7074671" y="4719473"/>
            <a:ext cx="1651572" cy="123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EB85B52-C5D0-2283-762F-BAEC5E7C763E}"/>
              </a:ext>
            </a:extLst>
          </p:cNvPr>
          <p:cNvCxnSpPr>
            <a:cxnSpLocks/>
          </p:cNvCxnSpPr>
          <p:nvPr/>
        </p:nvCxnSpPr>
        <p:spPr>
          <a:xfrm flipV="1">
            <a:off x="7729223" y="4334331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31031BA-20E1-5FED-4756-8A05869CC7D5}"/>
              </a:ext>
            </a:extLst>
          </p:cNvPr>
          <p:cNvSpPr txBox="1"/>
          <p:nvPr/>
        </p:nvSpPr>
        <p:spPr>
          <a:xfrm>
            <a:off x="7836554" y="4279756"/>
            <a:ext cx="1486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at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1619BB-E993-339D-8377-70F01CC473BB}"/>
              </a:ext>
            </a:extLst>
          </p:cNvPr>
          <p:cNvSpPr txBox="1"/>
          <p:nvPr/>
        </p:nvSpPr>
        <p:spPr>
          <a:xfrm>
            <a:off x="2752939" y="3954123"/>
            <a:ext cx="2658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2A326C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Ho Chi Minh city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C91FC-4D44-7D0A-F078-A1D7B135C607}"/>
              </a:ext>
            </a:extLst>
          </p:cNvPr>
          <p:cNvSpPr txBox="1"/>
          <p:nvPr/>
        </p:nvSpPr>
        <p:spPr>
          <a:xfrm>
            <a:off x="6212910" y="37578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00387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1637A-1F19-24AC-3D14-84F707B3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AB47C8-C3DA-32A4-5CB1-BC839A151024}"/>
              </a:ext>
            </a:extLst>
          </p:cNvPr>
          <p:cNvSpPr txBox="1"/>
          <p:nvPr/>
        </p:nvSpPr>
        <p:spPr>
          <a:xfrm>
            <a:off x="2998155" y="3001265"/>
            <a:ext cx="2924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at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D646CE-B835-05BA-EF65-718E38E34B44}"/>
              </a:ext>
            </a:extLst>
          </p:cNvPr>
          <p:cNvCxnSpPr>
            <a:cxnSpLocks/>
          </p:cNvCxnSpPr>
          <p:nvPr/>
        </p:nvCxnSpPr>
        <p:spPr>
          <a:xfrm>
            <a:off x="3058348" y="3859724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1865B243-2E62-7036-6362-FFB6D5703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7" t="30055" r="46494"/>
          <a:stretch>
            <a:fillRect/>
          </a:stretch>
        </p:blipFill>
        <p:spPr bwMode="auto">
          <a:xfrm>
            <a:off x="3792639" y="3593186"/>
            <a:ext cx="2130053" cy="164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2905CBCA-0B73-D533-1636-7AA7BDD67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193" y="2782154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D8E85B-B4F5-664F-6C6A-9E658467F7EE}"/>
              </a:ext>
            </a:extLst>
          </p:cNvPr>
          <p:cNvCxnSpPr>
            <a:cxnSpLocks/>
          </p:cNvCxnSpPr>
          <p:nvPr/>
        </p:nvCxnSpPr>
        <p:spPr>
          <a:xfrm>
            <a:off x="3792639" y="3532544"/>
            <a:ext cx="194314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4">
            <a:extLst>
              <a:ext uri="{FF2B5EF4-FFF2-40B4-BE49-F238E27FC236}">
                <a16:creationId xmlns:a16="http://schemas.microsoft.com/office/drawing/2014/main" id="{0F2F06EE-6996-4C3A-3A1F-0C481A1F62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6" t="30055"/>
          <a:stretch>
            <a:fillRect/>
          </a:stretch>
        </p:blipFill>
        <p:spPr bwMode="auto">
          <a:xfrm>
            <a:off x="2969285" y="3842486"/>
            <a:ext cx="1651572" cy="123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E5D081-A154-AACD-D8D3-87DA99EE8775}"/>
              </a:ext>
            </a:extLst>
          </p:cNvPr>
          <p:cNvCxnSpPr>
            <a:cxnSpLocks/>
          </p:cNvCxnSpPr>
          <p:nvPr/>
        </p:nvCxnSpPr>
        <p:spPr>
          <a:xfrm flipV="1">
            <a:off x="3657600" y="3532544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09EFA628-4CA9-4D18-FBDF-87562EC49C64}"/>
              </a:ext>
            </a:extLst>
          </p:cNvPr>
          <p:cNvSpPr>
            <a:spLocks noChangeAspect="1"/>
          </p:cNvSpPr>
          <p:nvPr/>
        </p:nvSpPr>
        <p:spPr>
          <a:xfrm>
            <a:off x="2530193" y="2005149"/>
            <a:ext cx="3600000" cy="360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721646-0307-3211-1525-AF564E89E617}"/>
              </a:ext>
            </a:extLst>
          </p:cNvPr>
          <p:cNvSpPr txBox="1"/>
          <p:nvPr/>
        </p:nvSpPr>
        <p:spPr>
          <a:xfrm>
            <a:off x="6563962" y="886087"/>
            <a:ext cx="2924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at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263DCEF-0BA2-2E6A-B12C-20AABE640983}"/>
              </a:ext>
            </a:extLst>
          </p:cNvPr>
          <p:cNvCxnSpPr>
            <a:cxnSpLocks/>
          </p:cNvCxnSpPr>
          <p:nvPr/>
        </p:nvCxnSpPr>
        <p:spPr>
          <a:xfrm>
            <a:off x="6624155" y="1744546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Picture 4">
            <a:extLst>
              <a:ext uri="{FF2B5EF4-FFF2-40B4-BE49-F238E27FC236}">
                <a16:creationId xmlns:a16="http://schemas.microsoft.com/office/drawing/2014/main" id="{E23ED1E3-77E7-68B1-F6CB-F4DCB55C2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8" t="30055" r="-1247"/>
          <a:stretch>
            <a:fillRect/>
          </a:stretch>
        </p:blipFill>
        <p:spPr bwMode="auto">
          <a:xfrm>
            <a:off x="7404034" y="1509459"/>
            <a:ext cx="3600000" cy="133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78EC61E-9B4C-3C63-F94D-D5F65CAE0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66976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5662120-3115-9C76-3124-3A9EB85B7A5F}"/>
              </a:ext>
            </a:extLst>
          </p:cNvPr>
          <p:cNvCxnSpPr>
            <a:cxnSpLocks/>
          </p:cNvCxnSpPr>
          <p:nvPr/>
        </p:nvCxnSpPr>
        <p:spPr>
          <a:xfrm>
            <a:off x="7358446" y="1417366"/>
            <a:ext cx="194314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D7E5E5C-F220-9AD3-8807-1EF6210B9D75}"/>
              </a:ext>
            </a:extLst>
          </p:cNvPr>
          <p:cNvCxnSpPr>
            <a:cxnSpLocks/>
          </p:cNvCxnSpPr>
          <p:nvPr/>
        </p:nvCxnSpPr>
        <p:spPr>
          <a:xfrm flipV="1">
            <a:off x="7223407" y="1417366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C31E8CF-42E5-F79F-EBE8-2C4E2FD3C368}"/>
              </a:ext>
            </a:extLst>
          </p:cNvPr>
          <p:cNvSpPr>
            <a:spLocks noChangeAspect="1"/>
          </p:cNvSpPr>
          <p:nvPr/>
        </p:nvSpPr>
        <p:spPr>
          <a:xfrm>
            <a:off x="6096000" y="-110029"/>
            <a:ext cx="3600000" cy="360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01042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077F-41B6-D4CE-69F2-4FEA2624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0459AAF-90AF-99FA-2029-9C89A2D4CE6F}"/>
              </a:ext>
            </a:extLst>
          </p:cNvPr>
          <p:cNvSpPr/>
          <p:nvPr/>
        </p:nvSpPr>
        <p:spPr>
          <a:xfrm>
            <a:off x="2659531" y="1588548"/>
            <a:ext cx="5940000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CBDEC0-EF99-6705-F6FB-146EF6FF1516}"/>
              </a:ext>
            </a:extLst>
          </p:cNvPr>
          <p:cNvSpPr/>
          <p:nvPr/>
        </p:nvSpPr>
        <p:spPr>
          <a:xfrm rot="5400000">
            <a:off x="5117778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3AC6A68-DF78-55D2-D5EC-17DD0B1A927E}"/>
              </a:ext>
            </a:extLst>
          </p:cNvPr>
          <p:cNvSpPr/>
          <p:nvPr/>
        </p:nvSpPr>
        <p:spPr>
          <a:xfrm rot="5400000">
            <a:off x="4721674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B80439-CF4F-7920-06FB-01E46E1518AA}"/>
              </a:ext>
            </a:extLst>
          </p:cNvPr>
          <p:cNvSpPr/>
          <p:nvPr/>
        </p:nvSpPr>
        <p:spPr>
          <a:xfrm rot="5400000">
            <a:off x="4325569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DA76D03-293D-20E0-2FEB-768E8CFC1B35}"/>
              </a:ext>
            </a:extLst>
          </p:cNvPr>
          <p:cNvSpPr/>
          <p:nvPr/>
        </p:nvSpPr>
        <p:spPr>
          <a:xfrm>
            <a:off x="4728512" y="315543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0447D0E-C512-A1F9-F680-3657CE4C9C38}"/>
              </a:ext>
            </a:extLst>
          </p:cNvPr>
          <p:cNvSpPr/>
          <p:nvPr/>
        </p:nvSpPr>
        <p:spPr>
          <a:xfrm>
            <a:off x="4728512" y="28243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A04D6BA-7FB0-BB25-3927-ABFC45A6BD05}"/>
              </a:ext>
            </a:extLst>
          </p:cNvPr>
          <p:cNvSpPr/>
          <p:nvPr/>
        </p:nvSpPr>
        <p:spPr>
          <a:xfrm>
            <a:off x="4728512" y="249318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C2C387-FC5A-50BE-5656-954E174DF63D}"/>
              </a:ext>
            </a:extLst>
          </p:cNvPr>
          <p:cNvSpPr/>
          <p:nvPr/>
        </p:nvSpPr>
        <p:spPr>
          <a:xfrm>
            <a:off x="4904554" y="21670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AE7D31E-3AB9-8225-DB86-024F57DEC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297" y="27254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ACEAB02-6CD0-8D01-21AD-A1C40E5E6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24" y="2225355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28451E5-A62A-0375-5585-1ED1E95B7598}"/>
              </a:ext>
            </a:extLst>
          </p:cNvPr>
          <p:cNvSpPr txBox="1"/>
          <p:nvPr/>
        </p:nvSpPr>
        <p:spPr>
          <a:xfrm>
            <a:off x="4824511" y="372896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004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74EA-F32B-ADF0-E56D-5BB0DCBB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90A71C-B431-E2B4-6572-47A39318F0F2}"/>
              </a:ext>
            </a:extLst>
          </p:cNvPr>
          <p:cNvSpPr/>
          <p:nvPr/>
        </p:nvSpPr>
        <p:spPr>
          <a:xfrm rot="5400000">
            <a:off x="616139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D9443E-B720-3E7E-C06E-01DB82FCFA68}"/>
              </a:ext>
            </a:extLst>
          </p:cNvPr>
          <p:cNvSpPr/>
          <p:nvPr/>
        </p:nvSpPr>
        <p:spPr>
          <a:xfrm rot="5400000">
            <a:off x="220035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52CF2D-EE59-052E-33AA-C05D4C249B4A}"/>
              </a:ext>
            </a:extLst>
          </p:cNvPr>
          <p:cNvSpPr/>
          <p:nvPr/>
        </p:nvSpPr>
        <p:spPr>
          <a:xfrm rot="5400000">
            <a:off x="-176070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A8B208-5278-3F0F-6943-A59AB5D25909}"/>
              </a:ext>
            </a:extLst>
          </p:cNvPr>
          <p:cNvSpPr/>
          <p:nvPr/>
        </p:nvSpPr>
        <p:spPr>
          <a:xfrm>
            <a:off x="226873" y="295433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5381A-C50E-3701-E24E-2DE4DE358F27}"/>
              </a:ext>
            </a:extLst>
          </p:cNvPr>
          <p:cNvSpPr/>
          <p:nvPr/>
        </p:nvSpPr>
        <p:spPr>
          <a:xfrm>
            <a:off x="226873" y="262321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DDE37E-733E-FDE8-A749-9CA64ACDD23D}"/>
              </a:ext>
            </a:extLst>
          </p:cNvPr>
          <p:cNvSpPr/>
          <p:nvPr/>
        </p:nvSpPr>
        <p:spPr>
          <a:xfrm>
            <a:off x="226873" y="229208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508132-1031-101E-297A-C0A354AF67D3}"/>
              </a:ext>
            </a:extLst>
          </p:cNvPr>
          <p:cNvSpPr/>
          <p:nvPr/>
        </p:nvSpPr>
        <p:spPr>
          <a:xfrm>
            <a:off x="402915" y="1965960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F205CF90-0198-35EF-AF0A-1C819809C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58" y="2524347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B37BB288-4367-C0CB-867E-0FCF20971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91" y="2052859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A0F6A5-FF0E-7735-F7B8-090426E984EE}"/>
              </a:ext>
            </a:extLst>
          </p:cNvPr>
          <p:cNvSpPr txBox="1"/>
          <p:nvPr/>
        </p:nvSpPr>
        <p:spPr>
          <a:xfrm>
            <a:off x="322872" y="3527863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30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0381-9FCF-D613-489F-178D9DFC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C992C3-C7FB-D26B-6BF6-ACE53B88B420}"/>
              </a:ext>
            </a:extLst>
          </p:cNvPr>
          <p:cNvSpPr/>
          <p:nvPr/>
        </p:nvSpPr>
        <p:spPr>
          <a:xfrm rot="5400000">
            <a:off x="4250590" y="22209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D6DF5E-D1A2-4B70-EF86-D1483CBE53DB}"/>
              </a:ext>
            </a:extLst>
          </p:cNvPr>
          <p:cNvSpPr/>
          <p:nvPr/>
        </p:nvSpPr>
        <p:spPr>
          <a:xfrm rot="5400000">
            <a:off x="3854486" y="22209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30504-C376-C8C8-7405-42F53BBC831D}"/>
              </a:ext>
            </a:extLst>
          </p:cNvPr>
          <p:cNvSpPr/>
          <p:nvPr/>
        </p:nvSpPr>
        <p:spPr>
          <a:xfrm rot="5400000">
            <a:off x="3458381" y="22209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8DF179-8203-A633-43D2-456102CA0A47}"/>
              </a:ext>
            </a:extLst>
          </p:cNvPr>
          <p:cNvSpPr/>
          <p:nvPr/>
        </p:nvSpPr>
        <p:spPr>
          <a:xfrm>
            <a:off x="3861324" y="252607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BF61AC-FA6A-260B-54E1-1CF57C2DE670}"/>
              </a:ext>
            </a:extLst>
          </p:cNvPr>
          <p:cNvSpPr/>
          <p:nvPr/>
        </p:nvSpPr>
        <p:spPr>
          <a:xfrm>
            <a:off x="3861324" y="219494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3F46BC-C6BD-BDB9-CDFA-95DFA217EDAD}"/>
              </a:ext>
            </a:extLst>
          </p:cNvPr>
          <p:cNvSpPr/>
          <p:nvPr/>
        </p:nvSpPr>
        <p:spPr>
          <a:xfrm>
            <a:off x="3861324" y="186382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C4D5D2-FFFD-0551-B674-00B0259AD8C9}"/>
              </a:ext>
            </a:extLst>
          </p:cNvPr>
          <p:cNvSpPr/>
          <p:nvPr/>
        </p:nvSpPr>
        <p:spPr>
          <a:xfrm>
            <a:off x="4037366" y="1537697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6F875D76-D3A6-D5D1-4576-D8C18267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109" y="2096084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2903D11-0838-83CB-F31E-83F38F5F2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342" y="1624596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81E4290-2832-B53F-7222-A30CF501703F}"/>
              </a:ext>
            </a:extLst>
          </p:cNvPr>
          <p:cNvSpPr txBox="1"/>
          <p:nvPr/>
        </p:nvSpPr>
        <p:spPr>
          <a:xfrm>
            <a:off x="3957323" y="3099600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pic>
        <p:nvPicPr>
          <p:cNvPr id="3" name="Picture 4" descr="Discord logo icon, social media icon 23741147 PNG">
            <a:extLst>
              <a:ext uri="{FF2B5EF4-FFF2-40B4-BE49-F238E27FC236}">
                <a16:creationId xmlns:a16="http://schemas.microsoft.com/office/drawing/2014/main" id="{A9B33C19-FA00-4A82-1A5E-0E492792F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318" y="4115263"/>
            <a:ext cx="634409" cy="63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AE83F2-EE27-EF51-7792-2E0F232131A6}"/>
              </a:ext>
            </a:extLst>
          </p:cNvPr>
          <p:cNvSpPr txBox="1"/>
          <p:nvPr/>
        </p:nvSpPr>
        <p:spPr>
          <a:xfrm>
            <a:off x="4716043" y="4115263"/>
            <a:ext cx="1140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/>
              <a:t>Discord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52E82-FBAE-E520-0A66-81DDFA6E17C3}"/>
              </a:ext>
            </a:extLst>
          </p:cNvPr>
          <p:cNvSpPr txBox="1"/>
          <p:nvPr/>
        </p:nvSpPr>
        <p:spPr>
          <a:xfrm>
            <a:off x="811395" y="631175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/>
              <a:t>https://discord.gg/Ct87Yzqbgz</a:t>
            </a:r>
          </a:p>
        </p:txBody>
      </p:sp>
      <p:pic>
        <p:nvPicPr>
          <p:cNvPr id="15" name="Picture 1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09ED738-D8DC-E9F7-2841-4659ED4573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106" y="1306612"/>
            <a:ext cx="2819433" cy="2848700"/>
          </a:xfrm>
          <a:prstGeom prst="rect">
            <a:avLst/>
          </a:prstGeom>
        </p:spPr>
      </p:pic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6F2957EF-B37F-F322-BA6F-2F8D33BDD7C6}"/>
              </a:ext>
            </a:extLst>
          </p:cNvPr>
          <p:cNvCxnSpPr>
            <a:stCxn id="5" idx="2"/>
            <a:endCxn id="15" idx="2"/>
          </p:cNvCxnSpPr>
          <p:nvPr/>
        </p:nvCxnSpPr>
        <p:spPr>
          <a:xfrm rot="5400000" flipH="1" flipV="1">
            <a:off x="6005479" y="3436250"/>
            <a:ext cx="606282" cy="2044406"/>
          </a:xfrm>
          <a:prstGeom prst="curvedConnector3">
            <a:avLst>
              <a:gd name="adj1" fmla="val -3770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486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40949</TotalTime>
  <Words>37</Words>
  <Application>Microsoft Macintosh PowerPoint</Application>
  <PresentationFormat>Widescreen</PresentationFormat>
  <Paragraphs>19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Aharoni</vt:lpstr>
      <vt:lpstr>Aptos</vt:lpstr>
      <vt:lpstr>Aptos Display</vt:lpstr>
      <vt:lpstr>Arial</vt:lpstr>
      <vt:lpstr>Bahnschrift SemiLight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 Hai Vu</dc:creator>
  <cp:lastModifiedBy>Tuan Hai Vu</cp:lastModifiedBy>
  <cp:revision>20</cp:revision>
  <dcterms:created xsi:type="dcterms:W3CDTF">2025-08-09T01:51:01Z</dcterms:created>
  <dcterms:modified xsi:type="dcterms:W3CDTF">2026-04-08T15:30:14Z</dcterms:modified>
</cp:coreProperties>
</file>
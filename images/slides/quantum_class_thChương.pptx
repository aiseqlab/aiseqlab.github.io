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7" r:id="rId3"/>
    <p:sldId id="268" r:id="rId4"/>
    <p:sldId id="259" r:id="rId5"/>
    <p:sldId id="260" r:id="rId6"/>
    <p:sldId id="26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32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837" autoAdjust="0"/>
    <p:restoredTop sz="94552"/>
  </p:normalViewPr>
  <p:slideViewPr>
    <p:cSldViewPr snapToGrid="0">
      <p:cViewPr>
        <p:scale>
          <a:sx n="66" d="100"/>
          <a:sy n="66" d="100"/>
        </p:scale>
        <p:origin x="1469" y="59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A2B7F2-4ED9-403D-8D8A-879FE3B4014E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C423D-7B4B-467C-A396-4684F9D5D1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338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563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F216-2303-CCCA-7D04-79620CCE8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F3928-A26A-F38D-C6F5-97DB4FADB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A3A11-865A-DF9F-A27C-4E1CC7A3A7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BDEB9D-08EC-47E5-FEF5-2AA21C50B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1513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55569-A1C6-A157-CACB-9E8487909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6549B-9DAF-0496-90AD-096F4EB5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3E6D8F-6BF3-BFDE-B4D5-BFBA1E920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70B30-CF18-3F24-768D-32980F396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C423D-7B4B-467C-A396-4684F9D5D1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715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3DE8D-798D-7555-88AA-4E95AF2C47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D55F20-0008-EC69-AC5E-D4FE09F79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7C1490-2FD4-AA50-BF50-4CF45762EF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2235BF-6526-76F5-5969-04EDDEEC0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F8706E-08C5-A163-CBC0-FC7AE8163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699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25F3D-D312-928A-32FE-7257407D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A46CF6-4835-2587-BDF2-EA47C33EE4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74588C-59DE-2F0B-8FC0-84C64C1DD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AD2A61-CE4A-8891-E424-CCBF1B921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480E8D-334E-B257-73DB-24B5D00D6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397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D9CC0-142D-0422-B915-B6015A2B3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0E424-1A09-B3F5-445E-3D6A9FEB9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3E8D41-581E-95D0-BC61-2FC75315A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FB768F-F744-A98F-FDDE-2F26B1189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01A2D-EE1F-C63F-6E0B-EA54C33E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5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E3A80-A87E-D958-D2DB-90FEF1C6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C5DEB2-CCCE-F170-1F5E-3F550729F6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7B4791-08C3-3085-79B4-63C4A6C205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7416DA-E63F-75F7-16BF-6FE054943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DB0CF-1249-793C-6933-723E973A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69478-216A-E420-4871-50B60E4EF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927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1A8BE-99EA-CEB3-F967-3E3C3056C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DE3B47-DE42-B6AC-886D-3926139507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DDFE9-841D-4C7F-2B89-B3FB2ED465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64B45-0D56-BCEA-CB35-E3A628EB19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DB7089-3B4E-CA12-8290-AD730D2462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E0ACA35-7947-CC39-9F84-DF76F92C5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02F98D-335D-5379-B7EB-5156888852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5B6135E-532D-47C6-EBF4-BCF9B6FA8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7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F4037-D3AD-4234-3784-617F2814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95E707-9B4D-9764-18C2-E6F951D11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D1A7BC-9FD1-F3A1-FF97-C3B77D32C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1E4CE-523B-97B0-46D1-83937B164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1655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D7AEB8-1F39-B754-CEB1-E6CC74FE3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AE0D89-B5C6-76DF-E3EE-7BC349C73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50BEE-FACB-CCF3-75B9-D90A28BF1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87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4B739-52C1-EC9C-BAB6-2190F2E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22FE-F550-4965-05BB-3BD1B961B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9F61AD-E898-1348-500B-D53F8E68D6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2113D-70B5-1554-B46B-E1FA9BE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BD78A-BCFB-145F-3560-0F0D234A8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1CCA62-BD49-0A4E-BA55-F4548E5B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3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451F-A63A-4CA9-56FB-FF25D44DA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DEC0B8-E9A4-D6BC-BB6C-AC4DBBD0EB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EE3693-0009-6A56-43F4-448D30D46E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5BE45-3029-7D5B-0B91-A6442F2C0A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4A3B2A-5F1E-D057-20F7-C50014622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1A52A6-6EBB-F9BC-7FF0-B021E143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549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D9BE5-8A2D-8C54-A867-730006CEF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9E8D7C-1733-7420-C8E2-E1B600840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5AF03-26F1-AC4F-04EC-3410C5C6D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AABDB-17A1-FDF0-E308-D956490B9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B79D9C-4CC0-24EA-6C38-5F06378D9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73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587074-DFB1-F2E5-FE3E-E983588B54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33FA0-2BA5-C1F9-9453-A4C2D05CA7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9E3321-B3F2-4A16-8C64-8DC325FA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188C8-C17F-3F52-8E89-BDA6863AC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9C3A1-BC56-130D-575A-B17453EB5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502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5452CD-2F74-E689-677A-5D2A444E6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A0BF50-C904-90BC-1C17-1DDCAF202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1C5E9F-45E2-2B0B-2F8B-77B2BFB007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4A5567-2D39-432B-A86B-39F40DF129FF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5354A3-E78A-1718-5D47-74ED7E2BE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A0D6CD-F51E-9292-4433-501911A88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5A63BE-98A5-46A0-BBB3-8B1C7EFBC3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43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F4EB994-CE36-BBE7-DA7B-A57EF8235A71}"/>
              </a:ext>
            </a:extLst>
          </p:cNvPr>
          <p:cNvSpPr/>
          <p:nvPr/>
        </p:nvSpPr>
        <p:spPr>
          <a:xfrm>
            <a:off x="0" y="1474987"/>
            <a:ext cx="2509675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706CD9C-BDF8-D53A-EC65-A6A3AA46D577}"/>
              </a:ext>
            </a:extLst>
          </p:cNvPr>
          <p:cNvSpPr/>
          <p:nvPr/>
        </p:nvSpPr>
        <p:spPr>
          <a:xfrm rot="5400000">
            <a:off x="3097426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9308E4A-B3EC-0189-B846-E5C3F3EAE95C}"/>
              </a:ext>
            </a:extLst>
          </p:cNvPr>
          <p:cNvSpPr/>
          <p:nvPr/>
        </p:nvSpPr>
        <p:spPr>
          <a:xfrm rot="5400000">
            <a:off x="2701322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9B3BEBB-F496-31FC-2167-6216D8C60E9D}"/>
              </a:ext>
            </a:extLst>
          </p:cNvPr>
          <p:cNvSpPr/>
          <p:nvPr/>
        </p:nvSpPr>
        <p:spPr>
          <a:xfrm rot="5400000">
            <a:off x="2305217" y="26860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5CE1CD8-A77F-DB25-7959-F156DA3DEACF}"/>
              </a:ext>
            </a:extLst>
          </p:cNvPr>
          <p:cNvSpPr/>
          <p:nvPr/>
        </p:nvSpPr>
        <p:spPr>
          <a:xfrm>
            <a:off x="2708160" y="29912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7DC428-68C5-9FBC-65A4-6773711B108A}"/>
              </a:ext>
            </a:extLst>
          </p:cNvPr>
          <p:cNvSpPr/>
          <p:nvPr/>
        </p:nvSpPr>
        <p:spPr>
          <a:xfrm>
            <a:off x="2708160" y="26601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DA5666-D6B9-7672-0C3A-F03BCFF93E2E}"/>
              </a:ext>
            </a:extLst>
          </p:cNvPr>
          <p:cNvSpPr/>
          <p:nvPr/>
        </p:nvSpPr>
        <p:spPr>
          <a:xfrm>
            <a:off x="2708160" y="23289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94CE3F8-9F6A-233D-19DA-D55356C1E5B5}"/>
              </a:ext>
            </a:extLst>
          </p:cNvPr>
          <p:cNvSpPr/>
          <p:nvPr/>
        </p:nvSpPr>
        <p:spPr>
          <a:xfrm>
            <a:off x="2884202" y="20028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50E2141D-8661-2873-8F84-A87578722C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945" y="25612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811C460-4561-A612-7D62-9C39370CE4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178" y="20897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AABA0E3-0B5F-6C96-1D64-A5558ACDEC74}"/>
              </a:ext>
            </a:extLst>
          </p:cNvPr>
          <p:cNvSpPr/>
          <p:nvPr/>
        </p:nvSpPr>
        <p:spPr>
          <a:xfrm rot="5400000">
            <a:off x="6647076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E670E43-A53E-2E50-AD5E-115D37F70437}"/>
              </a:ext>
            </a:extLst>
          </p:cNvPr>
          <p:cNvSpPr/>
          <p:nvPr/>
        </p:nvSpPr>
        <p:spPr>
          <a:xfrm rot="5400000">
            <a:off x="6250972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50BC17-0A53-FB1B-C32E-768989C073F7}"/>
              </a:ext>
            </a:extLst>
          </p:cNvPr>
          <p:cNvSpPr/>
          <p:nvPr/>
        </p:nvSpPr>
        <p:spPr>
          <a:xfrm rot="5400000">
            <a:off x="5854867" y="277299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CF20AE-B10E-1CD0-09C7-64FAF0BC3AE1}"/>
              </a:ext>
            </a:extLst>
          </p:cNvPr>
          <p:cNvSpPr/>
          <p:nvPr/>
        </p:nvSpPr>
        <p:spPr>
          <a:xfrm>
            <a:off x="6257810" y="307814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47FD0FF-E7E0-D1A5-7812-159872FA5C06}"/>
              </a:ext>
            </a:extLst>
          </p:cNvPr>
          <p:cNvSpPr/>
          <p:nvPr/>
        </p:nvSpPr>
        <p:spPr>
          <a:xfrm>
            <a:off x="6257810" y="274701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F3051DC-2B96-AB0C-C93A-37449C5C756E}"/>
              </a:ext>
            </a:extLst>
          </p:cNvPr>
          <p:cNvSpPr/>
          <p:nvPr/>
        </p:nvSpPr>
        <p:spPr>
          <a:xfrm>
            <a:off x="6257810" y="241589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B870E7-8A73-9EBF-653E-BFD83A78BBA8}"/>
              </a:ext>
            </a:extLst>
          </p:cNvPr>
          <p:cNvSpPr/>
          <p:nvPr/>
        </p:nvSpPr>
        <p:spPr>
          <a:xfrm>
            <a:off x="6433852" y="208976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2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CC8B90D8-4DD3-303B-AAC7-8E1BA68B7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595" y="264815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C1F99566-FCC0-80A6-2A27-DCBECE5BC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9828" y="217666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4078C6F-7305-516F-A414-B7F2B007C68D}"/>
              </a:ext>
            </a:extLst>
          </p:cNvPr>
          <p:cNvSpPr txBox="1"/>
          <p:nvPr/>
        </p:nvSpPr>
        <p:spPr>
          <a:xfrm>
            <a:off x="2804159" y="356477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144B260-6B1B-29D2-B90D-CEF4D988352B}"/>
              </a:ext>
            </a:extLst>
          </p:cNvPr>
          <p:cNvSpPr/>
          <p:nvPr/>
        </p:nvSpPr>
        <p:spPr>
          <a:xfrm rot="5400000">
            <a:off x="6675058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922807A-6B52-A915-26BC-449070F24EA3}"/>
              </a:ext>
            </a:extLst>
          </p:cNvPr>
          <p:cNvSpPr/>
          <p:nvPr/>
        </p:nvSpPr>
        <p:spPr>
          <a:xfrm rot="5400000">
            <a:off x="6278954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B25A3C1-CC41-71DB-048B-F221BE5A796E}"/>
              </a:ext>
            </a:extLst>
          </p:cNvPr>
          <p:cNvSpPr/>
          <p:nvPr/>
        </p:nvSpPr>
        <p:spPr>
          <a:xfrm rot="5400000">
            <a:off x="5882849" y="5585881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4B33097-4520-719B-3F45-2E3EB8294BE6}"/>
              </a:ext>
            </a:extLst>
          </p:cNvPr>
          <p:cNvSpPr/>
          <p:nvPr/>
        </p:nvSpPr>
        <p:spPr>
          <a:xfrm>
            <a:off x="6285792" y="589103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BBACC5-B743-411A-C3BD-49FE6616A276}"/>
              </a:ext>
            </a:extLst>
          </p:cNvPr>
          <p:cNvSpPr/>
          <p:nvPr/>
        </p:nvSpPr>
        <p:spPr>
          <a:xfrm>
            <a:off x="6285792" y="5559909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A3494E-5771-C3D8-9F2F-77AE77C35585}"/>
              </a:ext>
            </a:extLst>
          </p:cNvPr>
          <p:cNvSpPr/>
          <p:nvPr/>
        </p:nvSpPr>
        <p:spPr>
          <a:xfrm>
            <a:off x="6285792" y="5228784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C2795D2-F1BF-CE94-8A6B-44901BCA5AEA}"/>
              </a:ext>
            </a:extLst>
          </p:cNvPr>
          <p:cNvSpPr/>
          <p:nvPr/>
        </p:nvSpPr>
        <p:spPr>
          <a:xfrm>
            <a:off x="6461834" y="49026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3D580D6-79D7-2186-A93F-56610A2EA8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8577" y="54610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1450D98-739F-8887-6C3B-2850B9464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810" y="4989558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FDD57E55-9928-5301-88F2-574939F3C291}"/>
              </a:ext>
            </a:extLst>
          </p:cNvPr>
          <p:cNvSpPr/>
          <p:nvPr/>
        </p:nvSpPr>
        <p:spPr>
          <a:xfrm>
            <a:off x="5931490" y="4372031"/>
            <a:ext cx="2481439" cy="2481439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35CA3B92-2008-FC7D-D5BD-E82FAAAB84BA}"/>
              </a:ext>
            </a:extLst>
          </p:cNvPr>
          <p:cNvSpPr/>
          <p:nvPr/>
        </p:nvSpPr>
        <p:spPr>
          <a:xfrm rot="5400000">
            <a:off x="719398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297C8A7-4C43-7FCE-8FAF-1F07DDB94F24}"/>
              </a:ext>
            </a:extLst>
          </p:cNvPr>
          <p:cNvSpPr/>
          <p:nvPr/>
        </p:nvSpPr>
        <p:spPr>
          <a:xfrm rot="5400000">
            <a:off x="323294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929F7E8-9CFF-33D3-B9D2-38B5F4981DDC}"/>
              </a:ext>
            </a:extLst>
          </p:cNvPr>
          <p:cNvSpPr/>
          <p:nvPr/>
        </p:nvSpPr>
        <p:spPr>
          <a:xfrm rot="5400000">
            <a:off x="-72811" y="27461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AB9D4-4145-D154-5178-92E6ED67F2C6}"/>
              </a:ext>
            </a:extLst>
          </p:cNvPr>
          <p:cNvSpPr/>
          <p:nvPr/>
        </p:nvSpPr>
        <p:spPr>
          <a:xfrm>
            <a:off x="330132" y="305126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8D8EB59-3E44-7878-42F4-B406558CFEB6}"/>
              </a:ext>
            </a:extLst>
          </p:cNvPr>
          <p:cNvSpPr/>
          <p:nvPr/>
        </p:nvSpPr>
        <p:spPr>
          <a:xfrm>
            <a:off x="330132" y="2720137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8384B3E-7558-B2B1-6E09-4EF52B7DC2FA}"/>
              </a:ext>
            </a:extLst>
          </p:cNvPr>
          <p:cNvSpPr/>
          <p:nvPr/>
        </p:nvSpPr>
        <p:spPr>
          <a:xfrm>
            <a:off x="330132" y="2389012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A9F68D7-0EEE-9799-4983-C63C3ED04B20}"/>
              </a:ext>
            </a:extLst>
          </p:cNvPr>
          <p:cNvSpPr/>
          <p:nvPr/>
        </p:nvSpPr>
        <p:spPr>
          <a:xfrm>
            <a:off x="506174" y="2062887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1AFBF86D-F438-62A3-EF86-7902C3CA47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917" y="2621274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18A5ABD8-CA56-B405-FF65-DCB92F1DB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44" y="2121183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0477531-4AEC-33AD-3115-251D449AE925}"/>
              </a:ext>
            </a:extLst>
          </p:cNvPr>
          <p:cNvSpPr txBox="1"/>
          <p:nvPr/>
        </p:nvSpPr>
        <p:spPr>
          <a:xfrm>
            <a:off x="426131" y="3624790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703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504CE484-F909-8325-F81B-CC8C38747983}"/>
              </a:ext>
            </a:extLst>
          </p:cNvPr>
          <p:cNvSpPr/>
          <p:nvPr/>
        </p:nvSpPr>
        <p:spPr>
          <a:xfrm>
            <a:off x="5922693" y="809805"/>
            <a:ext cx="5701272" cy="185981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9E8B1CC-4A4A-C84D-0C93-AE7FCD34FE50}"/>
              </a:ext>
            </a:extLst>
          </p:cNvPr>
          <p:cNvSpPr>
            <a:spLocks noChangeAspect="1"/>
          </p:cNvSpPr>
          <p:nvPr/>
        </p:nvSpPr>
        <p:spPr>
          <a:xfrm>
            <a:off x="2465278" y="2196259"/>
            <a:ext cx="2999749" cy="2999749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935B44-1918-0A6B-FC23-17716604915A}"/>
              </a:ext>
            </a:extLst>
          </p:cNvPr>
          <p:cNvSpPr txBox="1"/>
          <p:nvPr/>
        </p:nvSpPr>
        <p:spPr>
          <a:xfrm>
            <a:off x="2998156" y="3001265"/>
            <a:ext cx="2466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23139BD-DB7C-4526-2EB9-BDADDEDF6EC5}"/>
              </a:ext>
            </a:extLst>
          </p:cNvPr>
          <p:cNvCxnSpPr>
            <a:cxnSpLocks/>
          </p:cNvCxnSpPr>
          <p:nvPr/>
        </p:nvCxnSpPr>
        <p:spPr>
          <a:xfrm>
            <a:off x="3058348" y="3859724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5709812-191C-C925-972B-A5917A40C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0193" y="2782154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DCE02D-C88E-AC7A-504E-40239560308C}"/>
              </a:ext>
            </a:extLst>
          </p:cNvPr>
          <p:cNvCxnSpPr>
            <a:cxnSpLocks/>
          </p:cNvCxnSpPr>
          <p:nvPr/>
        </p:nvCxnSpPr>
        <p:spPr>
          <a:xfrm>
            <a:off x="3792639" y="3532544"/>
            <a:ext cx="1440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C1AEEDC-1BB2-BC54-4C7E-01661A84599F}"/>
              </a:ext>
            </a:extLst>
          </p:cNvPr>
          <p:cNvCxnSpPr>
            <a:cxnSpLocks/>
          </p:cNvCxnSpPr>
          <p:nvPr/>
        </p:nvCxnSpPr>
        <p:spPr>
          <a:xfrm flipV="1">
            <a:off x="3657600" y="3532544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5A37CE5-789C-41C7-9742-9E8874EF06EE}"/>
              </a:ext>
            </a:extLst>
          </p:cNvPr>
          <p:cNvSpPr txBox="1"/>
          <p:nvPr/>
        </p:nvSpPr>
        <p:spPr>
          <a:xfrm>
            <a:off x="6609190" y="1357343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78BD161-BAE0-5958-4F8C-8EB72A5BED73}"/>
              </a:ext>
            </a:extLst>
          </p:cNvPr>
          <p:cNvCxnSpPr>
            <a:cxnSpLocks/>
          </p:cNvCxnSpPr>
          <p:nvPr/>
        </p:nvCxnSpPr>
        <p:spPr>
          <a:xfrm>
            <a:off x="6669383" y="2215802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449A2911-60E7-A575-FAE8-6E8924AD9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1228" y="1138232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32291CF-1715-142E-68FE-ABF38A72E88D}"/>
              </a:ext>
            </a:extLst>
          </p:cNvPr>
          <p:cNvCxnSpPr>
            <a:cxnSpLocks/>
          </p:cNvCxnSpPr>
          <p:nvPr/>
        </p:nvCxnSpPr>
        <p:spPr>
          <a:xfrm>
            <a:off x="7403674" y="1888622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B7275FE-B10F-A588-F36C-AA2AB64B29D6}"/>
              </a:ext>
            </a:extLst>
          </p:cNvPr>
          <p:cNvCxnSpPr>
            <a:cxnSpLocks/>
          </p:cNvCxnSpPr>
          <p:nvPr/>
        </p:nvCxnSpPr>
        <p:spPr>
          <a:xfrm flipV="1">
            <a:off x="7268635" y="1888622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A7EBAB01-EFD5-66A3-16A9-4F78450BE5B2}"/>
              </a:ext>
            </a:extLst>
          </p:cNvPr>
          <p:cNvSpPr>
            <a:spLocks noChangeAspect="1"/>
          </p:cNvSpPr>
          <p:nvPr/>
        </p:nvSpPr>
        <p:spPr>
          <a:xfrm>
            <a:off x="6096000" y="-11002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43" name="Picture 4">
            <a:extLst>
              <a:ext uri="{FF2B5EF4-FFF2-40B4-BE49-F238E27FC236}">
                <a16:creationId xmlns:a16="http://schemas.microsoft.com/office/drawing/2014/main" id="{6CCF406E-2867-DA00-AABB-5C4C1E4A9A8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9521993" y="1433726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705F6CC-51D2-62E7-4391-DCE9DC222630}"/>
              </a:ext>
            </a:extLst>
          </p:cNvPr>
          <p:cNvSpPr txBox="1"/>
          <p:nvPr/>
        </p:nvSpPr>
        <p:spPr>
          <a:xfrm>
            <a:off x="3764931" y="3477969"/>
            <a:ext cx="14866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latin typeface="Aharoni" panose="020F0502020204030204" pitchFamily="34" charset="0"/>
                <a:cs typeface="Aharoni" panose="020F0502020204030204" pitchFamily="34" charset="0"/>
              </a:rPr>
              <a:t>research 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487992D-47AA-DFA7-5174-206A2C15DC5F}"/>
              </a:ext>
            </a:extLst>
          </p:cNvPr>
          <p:cNvSpPr>
            <a:spLocks noChangeAspect="1"/>
          </p:cNvSpPr>
          <p:nvPr/>
        </p:nvSpPr>
        <p:spPr>
          <a:xfrm>
            <a:off x="6536901" y="2998046"/>
            <a:ext cx="2999749" cy="2999749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EE3CCC-44C0-5CEA-C129-E0D249DEC5D5}"/>
              </a:ext>
            </a:extLst>
          </p:cNvPr>
          <p:cNvSpPr txBox="1"/>
          <p:nvPr/>
        </p:nvSpPr>
        <p:spPr>
          <a:xfrm>
            <a:off x="7069779" y="3803052"/>
            <a:ext cx="2466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FC0A5F1-E32F-0262-9B01-B176DF5BA1FE}"/>
              </a:ext>
            </a:extLst>
          </p:cNvPr>
          <p:cNvCxnSpPr>
            <a:cxnSpLocks/>
          </p:cNvCxnSpPr>
          <p:nvPr/>
        </p:nvCxnSpPr>
        <p:spPr>
          <a:xfrm>
            <a:off x="7129971" y="4661511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8E2AE578-14C9-CAA7-73AE-D0113F68D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1816" y="3583941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90BC827-AAF8-AFB9-935E-8378A69B4EAE}"/>
              </a:ext>
            </a:extLst>
          </p:cNvPr>
          <p:cNvCxnSpPr>
            <a:cxnSpLocks/>
          </p:cNvCxnSpPr>
          <p:nvPr/>
        </p:nvCxnSpPr>
        <p:spPr>
          <a:xfrm>
            <a:off x="7864262" y="4334331"/>
            <a:ext cx="1440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4" name="Picture 4">
            <a:extLst>
              <a:ext uri="{FF2B5EF4-FFF2-40B4-BE49-F238E27FC236}">
                <a16:creationId xmlns:a16="http://schemas.microsoft.com/office/drawing/2014/main" id="{5B74924D-C00C-9D44-6ABC-CC2F8AF3D6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7074671" y="4719473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EB85B52-C5D0-2283-762F-BAEC5E7C763E}"/>
              </a:ext>
            </a:extLst>
          </p:cNvPr>
          <p:cNvCxnSpPr>
            <a:cxnSpLocks/>
          </p:cNvCxnSpPr>
          <p:nvPr/>
        </p:nvCxnSpPr>
        <p:spPr>
          <a:xfrm flipV="1">
            <a:off x="7729223" y="4334331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31031BA-20E1-5FED-4756-8A05869CC7D5}"/>
              </a:ext>
            </a:extLst>
          </p:cNvPr>
          <p:cNvSpPr txBox="1"/>
          <p:nvPr/>
        </p:nvSpPr>
        <p:spPr>
          <a:xfrm>
            <a:off x="7836554" y="4279756"/>
            <a:ext cx="1486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at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1619BB-E993-339D-8377-70F01CC473BB}"/>
              </a:ext>
            </a:extLst>
          </p:cNvPr>
          <p:cNvSpPr txBox="1"/>
          <p:nvPr/>
        </p:nvSpPr>
        <p:spPr>
          <a:xfrm>
            <a:off x="2752939" y="3954123"/>
            <a:ext cx="26580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400" b="1">
                <a:solidFill>
                  <a:srgbClr val="2A326C"/>
                </a:solidFill>
                <a:latin typeface="Aharoni" panose="020F0502020204030204" pitchFamily="34" charset="0"/>
                <a:cs typeface="Aharoni" panose="020F0502020204030204" pitchFamily="34" charset="0"/>
              </a:rPr>
              <a:t>Ho Chi Minh city </a:t>
            </a:r>
          </a:p>
        </p:txBody>
      </p:sp>
    </p:spTree>
    <p:extLst>
      <p:ext uri="{BB962C8B-B14F-4D97-AF65-F5344CB8AC3E}">
        <p14:creationId xmlns:p14="http://schemas.microsoft.com/office/powerpoint/2010/main" val="3600387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1637A-1F19-24AC-3D14-84F707B3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4AB47C8-C3DA-32A4-5CB1-BC839A151024}"/>
              </a:ext>
            </a:extLst>
          </p:cNvPr>
          <p:cNvSpPr txBox="1"/>
          <p:nvPr/>
        </p:nvSpPr>
        <p:spPr>
          <a:xfrm>
            <a:off x="2998155" y="3001265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BD646CE-B835-05BA-EF65-718E38E34B44}"/>
              </a:ext>
            </a:extLst>
          </p:cNvPr>
          <p:cNvCxnSpPr>
            <a:cxnSpLocks/>
          </p:cNvCxnSpPr>
          <p:nvPr/>
        </p:nvCxnSpPr>
        <p:spPr>
          <a:xfrm>
            <a:off x="3058348" y="3859724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8" name="Picture 4">
            <a:extLst>
              <a:ext uri="{FF2B5EF4-FFF2-40B4-BE49-F238E27FC236}">
                <a16:creationId xmlns:a16="http://schemas.microsoft.com/office/drawing/2014/main" id="{1865B243-2E62-7036-6362-FFB6D57038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7" t="30055" r="46494"/>
          <a:stretch>
            <a:fillRect/>
          </a:stretch>
        </p:blipFill>
        <p:spPr bwMode="auto">
          <a:xfrm>
            <a:off x="3792639" y="3593186"/>
            <a:ext cx="2130053" cy="1640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2905CBCA-0B73-D533-1636-7AA7BDD67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0193" y="2782154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CD8E85B-B4F5-664F-6C6A-9E658467F7EE}"/>
              </a:ext>
            </a:extLst>
          </p:cNvPr>
          <p:cNvCxnSpPr>
            <a:cxnSpLocks/>
          </p:cNvCxnSpPr>
          <p:nvPr/>
        </p:nvCxnSpPr>
        <p:spPr>
          <a:xfrm>
            <a:off x="3792639" y="3532544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4">
            <a:extLst>
              <a:ext uri="{FF2B5EF4-FFF2-40B4-BE49-F238E27FC236}">
                <a16:creationId xmlns:a16="http://schemas.microsoft.com/office/drawing/2014/main" id="{0F2F06EE-6996-4C3A-3A1F-0C481A1F62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166" t="30055"/>
          <a:stretch>
            <a:fillRect/>
          </a:stretch>
        </p:blipFill>
        <p:spPr bwMode="auto">
          <a:xfrm>
            <a:off x="2969285" y="3842486"/>
            <a:ext cx="1651572" cy="1235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2E5D081-A154-AACD-D8D3-87DA99EE8775}"/>
              </a:ext>
            </a:extLst>
          </p:cNvPr>
          <p:cNvCxnSpPr>
            <a:cxnSpLocks/>
          </p:cNvCxnSpPr>
          <p:nvPr/>
        </p:nvCxnSpPr>
        <p:spPr>
          <a:xfrm flipV="1">
            <a:off x="3657600" y="3532544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9EFA628-4CA9-4D18-FBDF-87562EC49C64}"/>
              </a:ext>
            </a:extLst>
          </p:cNvPr>
          <p:cNvSpPr>
            <a:spLocks noChangeAspect="1"/>
          </p:cNvSpPr>
          <p:nvPr/>
        </p:nvSpPr>
        <p:spPr>
          <a:xfrm>
            <a:off x="2530193" y="200514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721646-0307-3211-1525-AF564E89E617}"/>
              </a:ext>
            </a:extLst>
          </p:cNvPr>
          <p:cNvSpPr txBox="1"/>
          <p:nvPr/>
        </p:nvSpPr>
        <p:spPr>
          <a:xfrm>
            <a:off x="6563962" y="886087"/>
            <a:ext cx="29245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3200" b="1">
                <a:latin typeface="Aharoni" panose="020F0502020204030204" pitchFamily="34" charset="0"/>
                <a:cs typeface="Aharoni" panose="020F0502020204030204" pitchFamily="34" charset="0"/>
              </a:rPr>
              <a:t>Q   uantum at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263DCEF-0BA2-2E6A-B12C-20AABE640983}"/>
              </a:ext>
            </a:extLst>
          </p:cNvPr>
          <p:cNvCxnSpPr>
            <a:cxnSpLocks/>
          </p:cNvCxnSpPr>
          <p:nvPr/>
        </p:nvCxnSpPr>
        <p:spPr>
          <a:xfrm>
            <a:off x="6624155" y="1744546"/>
            <a:ext cx="599252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6" name="Picture 4">
            <a:extLst>
              <a:ext uri="{FF2B5EF4-FFF2-40B4-BE49-F238E27FC236}">
                <a16:creationId xmlns:a16="http://schemas.microsoft.com/office/drawing/2014/main" id="{E23ED1E3-77E7-68B1-F6CB-F4DCB55C29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78" t="30055" r="-1247"/>
          <a:stretch>
            <a:fillRect/>
          </a:stretch>
        </p:blipFill>
        <p:spPr bwMode="auto">
          <a:xfrm>
            <a:off x="7404034" y="1509459"/>
            <a:ext cx="3600000" cy="1338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D78EC61E-9B4C-3C63-F94D-D5F65CAE0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666976"/>
            <a:ext cx="1466530" cy="1022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45662120-3115-9C76-3124-3A9EB85B7A5F}"/>
              </a:ext>
            </a:extLst>
          </p:cNvPr>
          <p:cNvCxnSpPr>
            <a:cxnSpLocks/>
          </p:cNvCxnSpPr>
          <p:nvPr/>
        </p:nvCxnSpPr>
        <p:spPr>
          <a:xfrm>
            <a:off x="7358446" y="1417366"/>
            <a:ext cx="194314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D7E5E5C-F220-9AD3-8807-1EF6210B9D75}"/>
              </a:ext>
            </a:extLst>
          </p:cNvPr>
          <p:cNvCxnSpPr>
            <a:cxnSpLocks/>
          </p:cNvCxnSpPr>
          <p:nvPr/>
        </p:nvCxnSpPr>
        <p:spPr>
          <a:xfrm flipV="1">
            <a:off x="7223407" y="1417366"/>
            <a:ext cx="161925" cy="32718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BC31E8CF-42E5-F79F-EBE8-2C4E2FD3C368}"/>
              </a:ext>
            </a:extLst>
          </p:cNvPr>
          <p:cNvSpPr>
            <a:spLocks noChangeAspect="1"/>
          </p:cNvSpPr>
          <p:nvPr/>
        </p:nvSpPr>
        <p:spPr>
          <a:xfrm>
            <a:off x="6096000" y="-110029"/>
            <a:ext cx="3600000" cy="3600000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01042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2077F-41B6-D4CE-69F2-4FEA2624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A0459AAF-90AF-99FA-2029-9C89A2D4CE6F}"/>
              </a:ext>
            </a:extLst>
          </p:cNvPr>
          <p:cNvSpPr/>
          <p:nvPr/>
        </p:nvSpPr>
        <p:spPr>
          <a:xfrm>
            <a:off x="2659531" y="1588548"/>
            <a:ext cx="5940000" cy="334514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ECBDEC0-EF99-6705-F6FB-146EF6FF1516}"/>
              </a:ext>
            </a:extLst>
          </p:cNvPr>
          <p:cNvSpPr/>
          <p:nvPr/>
        </p:nvSpPr>
        <p:spPr>
          <a:xfrm rot="5400000">
            <a:off x="5117778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3AC6A68-DF78-55D2-D5EC-17DD0B1A927E}"/>
              </a:ext>
            </a:extLst>
          </p:cNvPr>
          <p:cNvSpPr/>
          <p:nvPr/>
        </p:nvSpPr>
        <p:spPr>
          <a:xfrm rot="5400000">
            <a:off x="4721674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E8B80439-CF4F-7920-06FB-01E46E1518AA}"/>
              </a:ext>
            </a:extLst>
          </p:cNvPr>
          <p:cNvSpPr/>
          <p:nvPr/>
        </p:nvSpPr>
        <p:spPr>
          <a:xfrm rot="5400000">
            <a:off x="4325569" y="2850281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DA76D03-293D-20E0-2FEB-768E8CFC1B35}"/>
              </a:ext>
            </a:extLst>
          </p:cNvPr>
          <p:cNvSpPr/>
          <p:nvPr/>
        </p:nvSpPr>
        <p:spPr>
          <a:xfrm>
            <a:off x="4728512" y="315543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90447D0E-C512-A1F9-F680-3657CE4C9C38}"/>
              </a:ext>
            </a:extLst>
          </p:cNvPr>
          <p:cNvSpPr/>
          <p:nvPr/>
        </p:nvSpPr>
        <p:spPr>
          <a:xfrm>
            <a:off x="4728512" y="2824309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A04D6BA-7FB0-BB25-3927-ABFC45A6BD05}"/>
              </a:ext>
            </a:extLst>
          </p:cNvPr>
          <p:cNvSpPr/>
          <p:nvPr/>
        </p:nvSpPr>
        <p:spPr>
          <a:xfrm>
            <a:off x="4728512" y="2493184"/>
            <a:ext cx="1828800" cy="10568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3C2C387-FC5A-50BE-5656-954E174DF63D}"/>
              </a:ext>
            </a:extLst>
          </p:cNvPr>
          <p:cNvSpPr/>
          <p:nvPr/>
        </p:nvSpPr>
        <p:spPr>
          <a:xfrm>
            <a:off x="4904554" y="2167059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0AE7D31E-3AB9-8225-DB86-024F57DEC4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1297" y="2725446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AACEAB02-6CD0-8D01-21AD-A1C40E5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824" y="2225355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428451E5-A62A-0375-5585-1ED1E95B7598}"/>
              </a:ext>
            </a:extLst>
          </p:cNvPr>
          <p:cNvSpPr txBox="1"/>
          <p:nvPr/>
        </p:nvSpPr>
        <p:spPr>
          <a:xfrm>
            <a:off x="4824511" y="3728962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solidFill>
                  <a:schemeClr val="bg1"/>
                </a:solidFill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solidFill>
                <a:schemeClr val="bg1"/>
              </a:solidFill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0046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2674EA-F32B-ADF0-E56D-5BB0DCBBC9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090A71C-B431-E2B4-6572-47A39318F0F2}"/>
              </a:ext>
            </a:extLst>
          </p:cNvPr>
          <p:cNvSpPr/>
          <p:nvPr/>
        </p:nvSpPr>
        <p:spPr>
          <a:xfrm rot="5400000">
            <a:off x="616139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D9443E-B720-3E7E-C06E-01DB82FCFA68}"/>
              </a:ext>
            </a:extLst>
          </p:cNvPr>
          <p:cNvSpPr/>
          <p:nvPr/>
        </p:nvSpPr>
        <p:spPr>
          <a:xfrm rot="5400000">
            <a:off x="220035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452CF2D-EE59-052E-33AA-C05D4C249B4A}"/>
              </a:ext>
            </a:extLst>
          </p:cNvPr>
          <p:cNvSpPr/>
          <p:nvPr/>
        </p:nvSpPr>
        <p:spPr>
          <a:xfrm rot="5400000">
            <a:off x="-176070" y="2649182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8A8B208-5278-3F0F-6943-A59AB5D25909}"/>
              </a:ext>
            </a:extLst>
          </p:cNvPr>
          <p:cNvSpPr/>
          <p:nvPr/>
        </p:nvSpPr>
        <p:spPr>
          <a:xfrm>
            <a:off x="226873" y="295433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9F5381A-C50E-3701-E24E-2DE4DE358F27}"/>
              </a:ext>
            </a:extLst>
          </p:cNvPr>
          <p:cNvSpPr/>
          <p:nvPr/>
        </p:nvSpPr>
        <p:spPr>
          <a:xfrm>
            <a:off x="226873" y="2623210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BDDE37E-733E-FDE8-A749-9CA64ACDD23D}"/>
              </a:ext>
            </a:extLst>
          </p:cNvPr>
          <p:cNvSpPr/>
          <p:nvPr/>
        </p:nvSpPr>
        <p:spPr>
          <a:xfrm>
            <a:off x="226873" y="2292085"/>
            <a:ext cx="1828800" cy="105685"/>
          </a:xfrm>
          <a:prstGeom prst="roundRect">
            <a:avLst>
              <a:gd name="adj" fmla="val 50000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508132-1031-101E-297A-C0A354AF67D3}"/>
              </a:ext>
            </a:extLst>
          </p:cNvPr>
          <p:cNvSpPr/>
          <p:nvPr/>
        </p:nvSpPr>
        <p:spPr>
          <a:xfrm>
            <a:off x="402915" y="1965960"/>
            <a:ext cx="1463040" cy="146304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Brain - White Brain Icon Transparent Background Transparent PNG - 1000x1000  - Free Download on NicePNG">
            <a:extLst>
              <a:ext uri="{FF2B5EF4-FFF2-40B4-BE49-F238E27FC236}">
                <a16:creationId xmlns:a16="http://schemas.microsoft.com/office/drawing/2014/main" id="{F205CF90-0198-35EF-AF0A-1C819809C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9658" y="2524347"/>
            <a:ext cx="266678" cy="303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Quantum Computing Computer Urgent Care Research Clip Art PNG">
            <a:extLst>
              <a:ext uri="{FF2B5EF4-FFF2-40B4-BE49-F238E27FC236}">
                <a16:creationId xmlns:a16="http://schemas.microsoft.com/office/drawing/2014/main" id="{B37BB288-4367-C0CB-867E-0FCF20971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3147" b="97727" l="10000" r="90000">
                        <a14:foregroundMark x1="44731" y1="91958" x2="46095" y2="92124"/>
                        <a14:foregroundMark x1="43293" y1="91783" x2="44731" y2="91958"/>
                        <a14:foregroundMark x1="43537" y1="7867" x2="53659" y2="3147"/>
                        <a14:foregroundMark x1="51525" y1="93531" x2="56585" y2="93531"/>
                        <a14:foregroundMark x1="43780" y1="93531" x2="47698" y2="93531"/>
                        <a14:foregroundMark x1="49735" y1="97643" x2="52073" y2="97727"/>
                        <a14:backgroundMark x1="47927" y1="93007" x2="51829" y2="9283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891" y="2052859"/>
            <a:ext cx="1848212" cy="1289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3FA0F6A5-FF0E-7735-F7B8-090426E984EE}"/>
              </a:ext>
            </a:extLst>
          </p:cNvPr>
          <p:cNvSpPr txBox="1"/>
          <p:nvPr/>
        </p:nvSpPr>
        <p:spPr>
          <a:xfrm>
            <a:off x="322872" y="3527863"/>
            <a:ext cx="17242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 err="1">
                <a:latin typeface="Bahnschrift SemiLight Condensed" panose="020B0502040204020203" pitchFamily="34" charset="0"/>
              </a:rPr>
              <a:t>AISeQ</a:t>
            </a:r>
            <a:endParaRPr lang="en-US" sz="6000" b="1" dirty="0">
              <a:latin typeface="Bahnschrift SemiLight Condense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6430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352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30545</TotalTime>
  <Words>26</Words>
  <Application>Microsoft Office PowerPoint</Application>
  <PresentationFormat>Widescreen</PresentationFormat>
  <Paragraphs>15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Aharoni</vt:lpstr>
      <vt:lpstr>Aptos</vt:lpstr>
      <vt:lpstr>Aptos Display</vt:lpstr>
      <vt:lpstr>Arial</vt:lpstr>
      <vt:lpstr>Bahnschrift SemiLight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Tuan Hai Vu</dc:creator>
  <cp:lastModifiedBy>Vũ Tuấn Hải</cp:lastModifiedBy>
  <cp:revision>20</cp:revision>
  <dcterms:created xsi:type="dcterms:W3CDTF">2025-08-09T01:51:01Z</dcterms:created>
  <dcterms:modified xsi:type="dcterms:W3CDTF">2026-01-23T11:15:02Z</dcterms:modified>
</cp:coreProperties>
</file>
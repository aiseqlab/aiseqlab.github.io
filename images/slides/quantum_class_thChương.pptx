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2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46" autoAdjust="0"/>
    <p:restoredTop sz="94552"/>
  </p:normalViewPr>
  <p:slideViewPr>
    <p:cSldViewPr snapToGrid="0">
      <p:cViewPr varScale="1">
        <p:scale>
          <a:sx n="97" d="100"/>
          <a:sy n="97" d="100"/>
        </p:scale>
        <p:origin x="22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2B7F2-4ED9-403D-8D8A-879FE3B4014E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C423D-7B4B-467C-A396-4684F9D5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6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F216-2303-CCCA-7D04-79620C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3928-A26A-F38D-C6F5-97DB4FAD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3A11-865A-DF9F-A27C-4E1CC7A3A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EB9D-08EC-47E5-FEF5-2AA21C50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5569-A1C6-A157-CACB-9E848790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549B-9DAF-0496-90AD-096F4EB5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6D8F-6BF3-BFDE-B4D5-BFBA1E92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0B30-CF18-3F24-768D-32980F396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E8D-798D-7555-88AA-4E95AF2C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55F20-0008-EC69-AC5E-D4FE09F79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490-2FD4-AA50-BF50-4CF45762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35BF-6526-76F5-5969-04EDDEE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706E-08C5-A163-CBC0-FC7AE816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5F3D-D312-928A-32FE-7257407D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6CF6-4835-2587-BDF2-EA47C33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88C-59DE-2F0B-8FC0-84C64C1D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2A61-CE4A-8891-E424-CCBF1B92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0E8D-334E-B257-73DB-24B5D00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9CC0-142D-0422-B915-B6015A2B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E424-1A09-B3F5-445E-3D6A9FEB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8D41-581E-95D0-BC61-2FC75315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768F-F744-A98F-FDDE-2F26B118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1A2D-EE1F-C63F-6E0B-EA54C33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A80-A87E-D958-D2DB-90FEF1C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DEB2-CCCE-F170-1F5E-3F550729F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B4791-08C3-3085-79B4-63C4A6C20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16DA-E63F-75F7-16BF-6FE05494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B0CF-1249-793C-6933-723E973A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478-216A-E420-4871-50B60E4E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8BE-99EA-CEB3-F967-3E3C3056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3B47-DE42-B6AC-886D-392613950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DFE9-841D-4C7F-2B89-B3FB2ED4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4B45-0D56-BCEA-CB35-E3A628EB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089-3B4E-CA12-8290-AD730D24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CA35-7947-CC39-9F84-DF76F92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2F98D-335D-5379-B7EB-51568888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6135E-532D-47C6-EBF4-BCF9B6F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037-D3AD-4234-3784-617F2814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5E707-9B4D-9764-18C2-E6F951D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A7BC-9FD1-F3A1-FF97-C3B77D32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1E4CE-523B-97B0-46D1-83937B16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7AEB8-1F39-B754-CEB1-E6CC74F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E0D89-B5C6-76DF-E3EE-7BC349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0BEE-FACB-CCF3-75B9-D90A28BF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B739-52C1-EC9C-BAB6-2190F2E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22FE-F550-4965-05BB-3BD1B961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F61AD-E898-1348-500B-D53F8E68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113D-70B5-1554-B46B-E1FA9BE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BD78A-BCFB-145F-3560-0F0D234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CA62-BD49-0A4E-BA55-F4548E5B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51F-A63A-4CA9-56FB-FF25D44D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C0B8-E9A4-D6BC-BB6C-AC4DBBD0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3693-0009-6A56-43F4-448D30D4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BE45-3029-7D5B-0B91-A6442F2C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A3B2A-5F1E-D057-20F7-C5001462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2A6-6EBB-F9BC-7FF0-B021E143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9BE5-8A2D-8C54-A867-730006CE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8D7C-1733-7420-C8E2-E1B600840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F03-26F1-AC4F-04EC-3410C5C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ABDB-17A1-FDF0-E308-D956490B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9D9C-4CC0-24EA-6C38-5F06378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87074-DFB1-F2E5-FE3E-E983588B5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33FA0-2BA5-C1F9-9453-A4C2D05CA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3321-B3F2-4A16-8C64-8DC325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88C8-C17F-3F52-8E89-BDA6863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3A1-BC56-130D-575A-B17453E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52CD-2F74-E689-677A-5D2A444E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50-C904-90BC-1C17-1DDCAF20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5E9F-45E2-2B0B-2F8B-77B2BFB00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A5567-2D39-432B-A86B-39F40DF129FF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4A3-E78A-1718-5D47-74ED7E2BE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D6CD-F51E-9292-4433-501911A88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F4EB994-CE36-BBE7-DA7B-A57EF8235A71}"/>
              </a:ext>
            </a:extLst>
          </p:cNvPr>
          <p:cNvSpPr/>
          <p:nvPr/>
        </p:nvSpPr>
        <p:spPr>
          <a:xfrm>
            <a:off x="0" y="1474987"/>
            <a:ext cx="2509675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06CD9C-BDF8-D53A-EC65-A6A3AA46D577}"/>
              </a:ext>
            </a:extLst>
          </p:cNvPr>
          <p:cNvSpPr/>
          <p:nvPr/>
        </p:nvSpPr>
        <p:spPr>
          <a:xfrm rot="5400000">
            <a:off x="3097426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08E4A-B3EC-0189-B846-E5C3F3EAE95C}"/>
              </a:ext>
            </a:extLst>
          </p:cNvPr>
          <p:cNvSpPr/>
          <p:nvPr/>
        </p:nvSpPr>
        <p:spPr>
          <a:xfrm rot="5400000">
            <a:off x="2701322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3BEBB-F496-31FC-2167-6216D8C60E9D}"/>
              </a:ext>
            </a:extLst>
          </p:cNvPr>
          <p:cNvSpPr/>
          <p:nvPr/>
        </p:nvSpPr>
        <p:spPr>
          <a:xfrm rot="5400000">
            <a:off x="2305217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CE1CD8-A77F-DB25-7959-F156DA3DEACF}"/>
              </a:ext>
            </a:extLst>
          </p:cNvPr>
          <p:cNvSpPr/>
          <p:nvPr/>
        </p:nvSpPr>
        <p:spPr>
          <a:xfrm>
            <a:off x="2708160" y="29912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7DC428-68C5-9FBC-65A4-6773711B108A}"/>
              </a:ext>
            </a:extLst>
          </p:cNvPr>
          <p:cNvSpPr/>
          <p:nvPr/>
        </p:nvSpPr>
        <p:spPr>
          <a:xfrm>
            <a:off x="2708160" y="26601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DA5666-D6B9-7672-0C3A-F03BCFF93E2E}"/>
              </a:ext>
            </a:extLst>
          </p:cNvPr>
          <p:cNvSpPr/>
          <p:nvPr/>
        </p:nvSpPr>
        <p:spPr>
          <a:xfrm>
            <a:off x="2708160" y="23289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4CE3F8-9F6A-233D-19DA-D55356C1E5B5}"/>
              </a:ext>
            </a:extLst>
          </p:cNvPr>
          <p:cNvSpPr/>
          <p:nvPr/>
        </p:nvSpPr>
        <p:spPr>
          <a:xfrm>
            <a:off x="2884202" y="20028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50E2141D-8661-2873-8F84-A8757872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45" y="25612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811C460-4561-A612-7D62-9C39370C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78" y="20897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ABA0E3-0B5F-6C96-1D64-A5558ACDEC74}"/>
              </a:ext>
            </a:extLst>
          </p:cNvPr>
          <p:cNvSpPr/>
          <p:nvPr/>
        </p:nvSpPr>
        <p:spPr>
          <a:xfrm rot="5400000">
            <a:off x="6647076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670E43-A53E-2E50-AD5E-115D37F70437}"/>
              </a:ext>
            </a:extLst>
          </p:cNvPr>
          <p:cNvSpPr/>
          <p:nvPr/>
        </p:nvSpPr>
        <p:spPr>
          <a:xfrm rot="5400000">
            <a:off x="6250972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0BC17-0A53-FB1B-C32E-768989C073F7}"/>
              </a:ext>
            </a:extLst>
          </p:cNvPr>
          <p:cNvSpPr/>
          <p:nvPr/>
        </p:nvSpPr>
        <p:spPr>
          <a:xfrm rot="5400000">
            <a:off x="5854867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CF20AE-B10E-1CD0-09C7-64FAF0BC3AE1}"/>
              </a:ext>
            </a:extLst>
          </p:cNvPr>
          <p:cNvSpPr/>
          <p:nvPr/>
        </p:nvSpPr>
        <p:spPr>
          <a:xfrm>
            <a:off x="6257810" y="30781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FD0FF-E7E0-D1A5-7812-159872FA5C06}"/>
              </a:ext>
            </a:extLst>
          </p:cNvPr>
          <p:cNvSpPr/>
          <p:nvPr/>
        </p:nvSpPr>
        <p:spPr>
          <a:xfrm>
            <a:off x="6257810" y="27470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051DC-2B96-AB0C-C93A-37449C5C756E}"/>
              </a:ext>
            </a:extLst>
          </p:cNvPr>
          <p:cNvSpPr/>
          <p:nvPr/>
        </p:nvSpPr>
        <p:spPr>
          <a:xfrm>
            <a:off x="6257810" y="24158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B870E7-8A73-9EBF-653E-BFD83A78BBA8}"/>
              </a:ext>
            </a:extLst>
          </p:cNvPr>
          <p:cNvSpPr/>
          <p:nvPr/>
        </p:nvSpPr>
        <p:spPr>
          <a:xfrm>
            <a:off x="6433852" y="20897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CC8B90D8-4DD3-303B-AAC7-8E1BA68B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595" y="26481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1F99566-FCC0-80A6-2A27-DCBECE5B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28" y="21766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078C6F-7305-516F-A414-B7F2B007C68D}"/>
              </a:ext>
            </a:extLst>
          </p:cNvPr>
          <p:cNvSpPr txBox="1"/>
          <p:nvPr/>
        </p:nvSpPr>
        <p:spPr>
          <a:xfrm>
            <a:off x="2804159" y="356477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44B260-6B1B-29D2-B90D-CEF4D988352B}"/>
              </a:ext>
            </a:extLst>
          </p:cNvPr>
          <p:cNvSpPr/>
          <p:nvPr/>
        </p:nvSpPr>
        <p:spPr>
          <a:xfrm rot="5400000">
            <a:off x="6675058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22807A-6B52-A915-26BC-449070F24EA3}"/>
              </a:ext>
            </a:extLst>
          </p:cNvPr>
          <p:cNvSpPr/>
          <p:nvPr/>
        </p:nvSpPr>
        <p:spPr>
          <a:xfrm rot="5400000">
            <a:off x="6278954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25A3C1-CC41-71DB-048B-F221BE5A796E}"/>
              </a:ext>
            </a:extLst>
          </p:cNvPr>
          <p:cNvSpPr/>
          <p:nvPr/>
        </p:nvSpPr>
        <p:spPr>
          <a:xfrm rot="5400000">
            <a:off x="5882849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33097-4520-719B-3F45-2E3EB8294BE6}"/>
              </a:ext>
            </a:extLst>
          </p:cNvPr>
          <p:cNvSpPr/>
          <p:nvPr/>
        </p:nvSpPr>
        <p:spPr>
          <a:xfrm>
            <a:off x="6285792" y="589103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BBACC5-B743-411A-C3BD-49FE6616A276}"/>
              </a:ext>
            </a:extLst>
          </p:cNvPr>
          <p:cNvSpPr/>
          <p:nvPr/>
        </p:nvSpPr>
        <p:spPr>
          <a:xfrm>
            <a:off x="6285792" y="555990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A3494E-5771-C3D8-9F2F-77AE77C35585}"/>
              </a:ext>
            </a:extLst>
          </p:cNvPr>
          <p:cNvSpPr/>
          <p:nvPr/>
        </p:nvSpPr>
        <p:spPr>
          <a:xfrm>
            <a:off x="6285792" y="522878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2795D2-F1BF-CE94-8A6B-44901BCA5AEA}"/>
              </a:ext>
            </a:extLst>
          </p:cNvPr>
          <p:cNvSpPr/>
          <p:nvPr/>
        </p:nvSpPr>
        <p:spPr>
          <a:xfrm>
            <a:off x="6461834" y="49026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3D580D6-79D7-2186-A93F-56610A2EA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77" y="54610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1450D98-739F-8887-6C3B-2850B946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10" y="498955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DD57E55-9928-5301-88F2-574939F3C291}"/>
              </a:ext>
            </a:extLst>
          </p:cNvPr>
          <p:cNvSpPr/>
          <p:nvPr/>
        </p:nvSpPr>
        <p:spPr>
          <a:xfrm>
            <a:off x="5931490" y="4372031"/>
            <a:ext cx="2481439" cy="2481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CA3B92-2008-FC7D-D5BD-E82FAAAB84BA}"/>
              </a:ext>
            </a:extLst>
          </p:cNvPr>
          <p:cNvSpPr/>
          <p:nvPr/>
        </p:nvSpPr>
        <p:spPr>
          <a:xfrm rot="5400000">
            <a:off x="719398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297C8A7-4C43-7FCE-8FAF-1F07DDB94F24}"/>
              </a:ext>
            </a:extLst>
          </p:cNvPr>
          <p:cNvSpPr/>
          <p:nvPr/>
        </p:nvSpPr>
        <p:spPr>
          <a:xfrm rot="5400000">
            <a:off x="323294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9F7E8-9CFF-33D3-B9D2-38B5F4981DDC}"/>
              </a:ext>
            </a:extLst>
          </p:cNvPr>
          <p:cNvSpPr/>
          <p:nvPr/>
        </p:nvSpPr>
        <p:spPr>
          <a:xfrm rot="5400000">
            <a:off x="-72811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AB9D4-4145-D154-5178-92E6ED67F2C6}"/>
              </a:ext>
            </a:extLst>
          </p:cNvPr>
          <p:cNvSpPr/>
          <p:nvPr/>
        </p:nvSpPr>
        <p:spPr>
          <a:xfrm>
            <a:off x="330132" y="305126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D8EB59-3E44-7878-42F4-B406558CFEB6}"/>
              </a:ext>
            </a:extLst>
          </p:cNvPr>
          <p:cNvSpPr/>
          <p:nvPr/>
        </p:nvSpPr>
        <p:spPr>
          <a:xfrm>
            <a:off x="330132" y="2720137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384B3E-7558-B2B1-6E09-4EF52B7DC2FA}"/>
              </a:ext>
            </a:extLst>
          </p:cNvPr>
          <p:cNvSpPr/>
          <p:nvPr/>
        </p:nvSpPr>
        <p:spPr>
          <a:xfrm>
            <a:off x="330132" y="238901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9F68D7-0EEE-9799-4983-C63C3ED04B20}"/>
              </a:ext>
            </a:extLst>
          </p:cNvPr>
          <p:cNvSpPr/>
          <p:nvPr/>
        </p:nvSpPr>
        <p:spPr>
          <a:xfrm>
            <a:off x="506174" y="206288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1AFBF86D-F438-62A3-EF86-7902C3CA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17" y="262127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18A5ABD8-CA56-B405-FF65-DCB92F1D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44" y="2121183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477531-4AEC-33AD-3115-251D449AE925}"/>
              </a:ext>
            </a:extLst>
          </p:cNvPr>
          <p:cNvSpPr txBox="1"/>
          <p:nvPr/>
        </p:nvSpPr>
        <p:spPr>
          <a:xfrm>
            <a:off x="426131" y="362479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0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077F-41B6-D4CE-69F2-4FEA2624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0459AAF-90AF-99FA-2029-9C89A2D4CE6F}"/>
              </a:ext>
            </a:extLst>
          </p:cNvPr>
          <p:cNvSpPr/>
          <p:nvPr/>
        </p:nvSpPr>
        <p:spPr>
          <a:xfrm>
            <a:off x="2659531" y="1588548"/>
            <a:ext cx="5940000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BDEC0-EF99-6705-F6FB-146EF6FF1516}"/>
              </a:ext>
            </a:extLst>
          </p:cNvPr>
          <p:cNvSpPr/>
          <p:nvPr/>
        </p:nvSpPr>
        <p:spPr>
          <a:xfrm rot="5400000">
            <a:off x="5117778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AC6A68-DF78-55D2-D5EC-17DD0B1A927E}"/>
              </a:ext>
            </a:extLst>
          </p:cNvPr>
          <p:cNvSpPr/>
          <p:nvPr/>
        </p:nvSpPr>
        <p:spPr>
          <a:xfrm rot="5400000">
            <a:off x="4721674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B80439-CF4F-7920-06FB-01E46E1518AA}"/>
              </a:ext>
            </a:extLst>
          </p:cNvPr>
          <p:cNvSpPr/>
          <p:nvPr/>
        </p:nvSpPr>
        <p:spPr>
          <a:xfrm rot="5400000">
            <a:off x="4325569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A76D03-293D-20E0-2FEB-768E8CFC1B35}"/>
              </a:ext>
            </a:extLst>
          </p:cNvPr>
          <p:cNvSpPr/>
          <p:nvPr/>
        </p:nvSpPr>
        <p:spPr>
          <a:xfrm>
            <a:off x="4728512" y="315543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447D0E-C512-A1F9-F680-3657CE4C9C38}"/>
              </a:ext>
            </a:extLst>
          </p:cNvPr>
          <p:cNvSpPr/>
          <p:nvPr/>
        </p:nvSpPr>
        <p:spPr>
          <a:xfrm>
            <a:off x="4728512" y="28243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04D6BA-7FB0-BB25-3927-ABFC45A6BD05}"/>
              </a:ext>
            </a:extLst>
          </p:cNvPr>
          <p:cNvSpPr/>
          <p:nvPr/>
        </p:nvSpPr>
        <p:spPr>
          <a:xfrm>
            <a:off x="4728512" y="249318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C2C387-FC5A-50BE-5656-954E174DF63D}"/>
              </a:ext>
            </a:extLst>
          </p:cNvPr>
          <p:cNvSpPr/>
          <p:nvPr/>
        </p:nvSpPr>
        <p:spPr>
          <a:xfrm>
            <a:off x="4904554" y="21670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AE7D31E-3AB9-8225-DB86-024F57DE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97" y="27254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ACEAB02-6CD0-8D01-21AD-A1C40E5E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24" y="2225355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28451E5-A62A-0375-5585-1ED1E95B7598}"/>
              </a:ext>
            </a:extLst>
          </p:cNvPr>
          <p:cNvSpPr txBox="1"/>
          <p:nvPr/>
        </p:nvSpPr>
        <p:spPr>
          <a:xfrm>
            <a:off x="4824511" y="372896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04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74EA-F32B-ADF0-E56D-5BB0DCBB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90A71C-B431-E2B4-6572-47A39318F0F2}"/>
              </a:ext>
            </a:extLst>
          </p:cNvPr>
          <p:cNvSpPr/>
          <p:nvPr/>
        </p:nvSpPr>
        <p:spPr>
          <a:xfrm rot="5400000">
            <a:off x="616139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D9443E-B720-3E7E-C06E-01DB82FCFA68}"/>
              </a:ext>
            </a:extLst>
          </p:cNvPr>
          <p:cNvSpPr/>
          <p:nvPr/>
        </p:nvSpPr>
        <p:spPr>
          <a:xfrm rot="5400000">
            <a:off x="220035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52CF2D-EE59-052E-33AA-C05D4C249B4A}"/>
              </a:ext>
            </a:extLst>
          </p:cNvPr>
          <p:cNvSpPr/>
          <p:nvPr/>
        </p:nvSpPr>
        <p:spPr>
          <a:xfrm rot="5400000">
            <a:off x="-176070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A8B208-5278-3F0F-6943-A59AB5D25909}"/>
              </a:ext>
            </a:extLst>
          </p:cNvPr>
          <p:cNvSpPr/>
          <p:nvPr/>
        </p:nvSpPr>
        <p:spPr>
          <a:xfrm>
            <a:off x="226873" y="295433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5381A-C50E-3701-E24E-2DE4DE358F27}"/>
              </a:ext>
            </a:extLst>
          </p:cNvPr>
          <p:cNvSpPr/>
          <p:nvPr/>
        </p:nvSpPr>
        <p:spPr>
          <a:xfrm>
            <a:off x="226873" y="262321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DDE37E-733E-FDE8-A749-9CA64ACDD23D}"/>
              </a:ext>
            </a:extLst>
          </p:cNvPr>
          <p:cNvSpPr/>
          <p:nvPr/>
        </p:nvSpPr>
        <p:spPr>
          <a:xfrm>
            <a:off x="226873" y="229208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508132-1031-101E-297A-C0A354AF67D3}"/>
              </a:ext>
            </a:extLst>
          </p:cNvPr>
          <p:cNvSpPr/>
          <p:nvPr/>
        </p:nvSpPr>
        <p:spPr>
          <a:xfrm>
            <a:off x="402915" y="1965960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F205CF90-0198-35EF-AF0A-1C819809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8" y="2524347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B37BB288-4367-C0CB-867E-0FCF2097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1" y="2052859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A0F6A5-FF0E-7735-F7B8-090426E984EE}"/>
              </a:ext>
            </a:extLst>
          </p:cNvPr>
          <p:cNvSpPr txBox="1"/>
          <p:nvPr/>
        </p:nvSpPr>
        <p:spPr>
          <a:xfrm>
            <a:off x="322872" y="3527863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3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3F324C-ABDE-F462-D3E6-64F8017FD058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4356912D-43C4-139B-7288-2EBDBDEC7C71}"/>
              </a:ext>
            </a:extLst>
          </p:cNvPr>
          <p:cNvSpPr/>
          <p:nvPr/>
        </p:nvSpPr>
        <p:spPr>
          <a:xfrm>
            <a:off x="6922616" y="1429862"/>
            <a:ext cx="3810635" cy="5282366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5" name="Picture 4" descr="A black and white logo with a brain&#10;&#10;AI-generated content may be incorrect.">
            <a:extLst>
              <a:ext uri="{FF2B5EF4-FFF2-40B4-BE49-F238E27FC236}">
                <a16:creationId xmlns:a16="http://schemas.microsoft.com/office/drawing/2014/main" id="{F79A1F60-778D-2697-07EB-792CC1EE9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86" y="216561"/>
            <a:ext cx="1043768" cy="1359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D8A28-657C-A19A-B590-3F6E57288BD4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BÀI GIẢNG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2F036E7-1290-0F39-62A4-1D189F6BF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341" y="5065807"/>
            <a:ext cx="1555438" cy="155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B8C843-8943-04E6-3976-73E462546549}"/>
              </a:ext>
            </a:extLst>
          </p:cNvPr>
          <p:cNvSpPr txBox="1"/>
          <p:nvPr/>
        </p:nvSpPr>
        <p:spPr>
          <a:xfrm>
            <a:off x="10327341" y="4679222"/>
            <a:ext cx="155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Đăng ký tại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78768-E9E8-4C8F-804D-7A3450FC26BB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9h – 11h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5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05/03/ – 23/04/2026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AE4C79-0823-7EB9-EF2E-606DC0AE66C6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ĐHQG TP. HCM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1F859-E454-F8B6-5A70-16844C90A53D}"/>
              </a:ext>
            </a:extLst>
          </p:cNvPr>
          <p:cNvSpPr txBox="1"/>
          <p:nvPr/>
        </p:nvSpPr>
        <p:spPr>
          <a:xfrm>
            <a:off x="7090499" y="5430235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Chi phí: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Miễn phí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A40149-A253-97A6-65AC-5D487B4B6091}"/>
              </a:ext>
            </a:extLst>
          </p:cNvPr>
          <p:cNvSpPr txBox="1"/>
          <p:nvPr/>
        </p:nvSpPr>
        <p:spPr>
          <a:xfrm>
            <a:off x="7800812" y="1444734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(Không hỗ trợ online)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A9F91E-4A9E-3243-4A94-96FF3E83C740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35EC66-5FEC-4353-FE30-397F0F079B73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Tính toán lượng tử cho sinh viên CNTT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8DA5A6-799C-EB14-FD75-1C661E264251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EB936A98-C564-962E-1C96-A8F59522E4E5}"/>
              </a:ext>
            </a:extLst>
          </p:cNvPr>
          <p:cNvSpPr/>
          <p:nvPr/>
        </p:nvSpPr>
        <p:spPr>
          <a:xfrm>
            <a:off x="1592317" y="3268807"/>
            <a:ext cx="5729403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B30F7E8A-ECC5-A510-8761-B39FB8A9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71" y="3121571"/>
            <a:ext cx="3373824" cy="337382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BEC587-F178-02E9-0175-1AA09B8A34F7}"/>
              </a:ext>
            </a:extLst>
          </p:cNvPr>
          <p:cNvSpPr txBox="1"/>
          <p:nvPr/>
        </p:nvSpPr>
        <p:spPr>
          <a:xfrm>
            <a:off x="3409432" y="3429000"/>
            <a:ext cx="380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ThS. Phan Hoàng Chương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EBB2F6-7FED-E301-3A19-6F01528E1FF0}"/>
              </a:ext>
            </a:extLst>
          </p:cNvPr>
          <p:cNvSpPr txBox="1"/>
          <p:nvPr/>
        </p:nvSpPr>
        <p:spPr>
          <a:xfrm>
            <a:off x="3716695" y="4005542"/>
            <a:ext cx="3369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i="1">
                <a:solidFill>
                  <a:schemeClr val="bg1"/>
                </a:solidFill>
              </a:rPr>
              <a:t>Giảng viên bộ môn Toán – Lý, </a:t>
            </a:r>
          </a:p>
          <a:p>
            <a:r>
              <a:rPr lang="en-VN" sz="2000" i="1">
                <a:solidFill>
                  <a:schemeClr val="bg1"/>
                </a:solidFill>
              </a:rPr>
              <a:t> Gần 20 năm gắn bó với UIT, </a:t>
            </a:r>
          </a:p>
          <a:p>
            <a:r>
              <a:rPr lang="en-VN" sz="2000" i="1">
                <a:solidFill>
                  <a:schemeClr val="bg1"/>
                </a:solidFill>
              </a:rPr>
              <a:t>  09/2006 ~ 05/2026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282A65-9168-8DBC-4B24-A736C8D091E3}"/>
              </a:ext>
            </a:extLst>
          </p:cNvPr>
          <p:cNvSpPr txBox="1"/>
          <p:nvPr/>
        </p:nvSpPr>
        <p:spPr>
          <a:xfrm>
            <a:off x="3410886" y="5090139"/>
            <a:ext cx="34171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i="1">
                <a:solidFill>
                  <a:schemeClr val="bg1"/>
                </a:solidFill>
              </a:rPr>
              <a:t>      Người truyền lửa về</a:t>
            </a:r>
          </a:p>
          <a:p>
            <a:r>
              <a:rPr lang="en-VN" sz="2000" i="1">
                <a:solidFill>
                  <a:schemeClr val="bg1"/>
                </a:solidFill>
              </a:rPr>
              <a:t>    Tính toán lượng tử (Quantum Computing) tại UIT</a:t>
            </a:r>
          </a:p>
        </p:txBody>
      </p:sp>
      <p:pic>
        <p:nvPicPr>
          <p:cNvPr id="2" name="Picture 2" descr="No photo description available.">
            <a:extLst>
              <a:ext uri="{FF2B5EF4-FFF2-40B4-BE49-F238E27FC236}">
                <a16:creationId xmlns:a16="http://schemas.microsoft.com/office/drawing/2014/main" id="{C2BBE708-FEA9-4DDB-335A-22174C4F9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054" y="216561"/>
            <a:ext cx="1153491" cy="115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352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35124</TotalTime>
  <Words>117</Words>
  <Application>Microsoft Macintosh PowerPoint</Application>
  <PresentationFormat>Widescreen</PresentationFormat>
  <Paragraphs>28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Bahnschrift SemiLight Condensed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Tuan Hai Vu</cp:lastModifiedBy>
  <cp:revision>26</cp:revision>
  <dcterms:created xsi:type="dcterms:W3CDTF">2025-08-09T01:51:01Z</dcterms:created>
  <dcterms:modified xsi:type="dcterms:W3CDTF">2026-03-04T14:25:29Z</dcterms:modified>
</cp:coreProperties>
</file>
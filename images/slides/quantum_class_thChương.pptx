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46" autoAdjust="0"/>
    <p:restoredTop sz="94552"/>
  </p:normalViewPr>
  <p:slideViewPr>
    <p:cSldViewPr snapToGrid="0">
      <p:cViewPr varScale="1">
        <p:scale>
          <a:sx n="97" d="100"/>
          <a:sy n="97" d="100"/>
        </p:scale>
        <p:origin x="22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356912D-43C4-139B-7288-2EBDBDEC7C71}"/>
              </a:ext>
            </a:extLst>
          </p:cNvPr>
          <p:cNvSpPr/>
          <p:nvPr/>
        </p:nvSpPr>
        <p:spPr>
          <a:xfrm>
            <a:off x="6922616" y="1575634"/>
            <a:ext cx="3810635" cy="5282366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3F324C-ABDE-F462-D3E6-64F8017FD0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Picture 4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F79A1F60-778D-2697-07EB-792CC1EE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86" y="216561"/>
            <a:ext cx="1043768" cy="1359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D8A28-657C-A19A-B590-3F6E57288BD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BÀI GIẢNG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036E7-1290-0F39-62A4-1D189F6BFC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7341" y="5065807"/>
            <a:ext cx="1555438" cy="1555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B8C843-8943-04E6-3976-73E462546549}"/>
              </a:ext>
            </a:extLst>
          </p:cNvPr>
          <p:cNvSpPr txBox="1"/>
          <p:nvPr/>
        </p:nvSpPr>
        <p:spPr>
          <a:xfrm>
            <a:off x="10327341" y="4679222"/>
            <a:ext cx="1555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Đăng ký tại</a:t>
            </a:r>
          </a:p>
        </p:txBody>
      </p:sp>
      <p:pic>
        <p:nvPicPr>
          <p:cNvPr id="1030" name="Picture 6" descr="No photo description available.">
            <a:extLst>
              <a:ext uri="{FF2B5EF4-FFF2-40B4-BE49-F238E27FC236}">
                <a16:creationId xmlns:a16="http://schemas.microsoft.com/office/drawing/2014/main" id="{0B47AF6C-C02D-D99B-0B91-D667BED77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053" y="216560"/>
            <a:ext cx="1156375" cy="115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978768-E9E8-4C8F-804D-7A3450FC26BB}"/>
              </a:ext>
            </a:extLst>
          </p:cNvPr>
          <p:cNvSpPr txBox="1"/>
          <p:nvPr/>
        </p:nvSpPr>
        <p:spPr>
          <a:xfrm>
            <a:off x="7508230" y="2922352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3-5/2026, 8 buổi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(1 buổi / tuần)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AE4C79-0823-7EB9-EF2E-606DC0AE66C6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ĐHQG TP. HCM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1F859-E454-F8B6-5A70-16844C90A53D}"/>
              </a:ext>
            </a:extLst>
          </p:cNvPr>
          <p:cNvSpPr txBox="1"/>
          <p:nvPr/>
        </p:nvSpPr>
        <p:spPr>
          <a:xfrm>
            <a:off x="7090499" y="5430235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Chi phí: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Miễn phí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40149-A253-97A6-65AC-5D487B4B6091}"/>
              </a:ext>
            </a:extLst>
          </p:cNvPr>
          <p:cNvSpPr txBox="1"/>
          <p:nvPr/>
        </p:nvSpPr>
        <p:spPr>
          <a:xfrm>
            <a:off x="7708048" y="1736281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(Không hỗ trợ online)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A9F91E-4A9E-3243-4A94-96FF3E83C740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35EC66-5FEC-4353-FE30-397F0F079B7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Tính toán lượng tử cho sinh viên CNTT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DA5A6-799C-EB14-FD75-1C661E264251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EB936A98-C564-962E-1C96-A8F59522E4E5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B30F7E8A-ECC5-A510-8761-B39FB8A9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1" y="3121571"/>
            <a:ext cx="3373824" cy="337382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EC587-F178-02E9-0175-1AA09B8A34F7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ThS. Phan Hoàng Chương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BB2F6-7FED-E301-3A19-6F01528E1FF0}"/>
              </a:ext>
            </a:extLst>
          </p:cNvPr>
          <p:cNvSpPr txBox="1"/>
          <p:nvPr/>
        </p:nvSpPr>
        <p:spPr>
          <a:xfrm>
            <a:off x="3716695" y="4005542"/>
            <a:ext cx="3369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bộ môn Toán – Lý, </a:t>
            </a:r>
          </a:p>
          <a:p>
            <a:r>
              <a:rPr lang="en-VN" sz="2000" i="1">
                <a:solidFill>
                  <a:schemeClr val="bg1"/>
                </a:solidFill>
              </a:rPr>
              <a:t> Gần 20 năm gắn bó với UIT, </a:t>
            </a:r>
          </a:p>
          <a:p>
            <a:r>
              <a:rPr lang="en-VN" sz="2000" i="1">
                <a:solidFill>
                  <a:schemeClr val="bg1"/>
                </a:solidFill>
              </a:rPr>
              <a:t>  09/2006 ~ 05/2026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82A65-9168-8DBC-4B24-A736C8D091E3}"/>
              </a:ext>
            </a:extLst>
          </p:cNvPr>
          <p:cNvSpPr txBox="1"/>
          <p:nvPr/>
        </p:nvSpPr>
        <p:spPr>
          <a:xfrm>
            <a:off x="3410886" y="5090139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Người truyền lửa về</a:t>
            </a:r>
          </a:p>
          <a:p>
            <a:r>
              <a:rPr lang="en-VN" sz="2000" i="1">
                <a:solidFill>
                  <a:schemeClr val="bg1"/>
                </a:solidFill>
              </a:rPr>
              <a:t>    Tính toán lượng tử (Quantum Computing) tại UIT</a:t>
            </a:r>
          </a:p>
        </p:txBody>
      </p:sp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34244</TotalTime>
  <Words>112</Words>
  <Application>Microsoft Macintosh PowerPoint</Application>
  <PresentationFormat>Widescreen</PresentationFormat>
  <Paragraphs>27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Bahnschrift SemiLight Condensed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Nguyễn Thị Lê Thủy</cp:lastModifiedBy>
  <cp:revision>23</cp:revision>
  <dcterms:created xsi:type="dcterms:W3CDTF">2025-08-09T01:51:01Z</dcterms:created>
  <dcterms:modified xsi:type="dcterms:W3CDTF">2026-01-27T14:08:01Z</dcterms:modified>
</cp:coreProperties>
</file>
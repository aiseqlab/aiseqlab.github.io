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 autoAdjust="0"/>
    <p:restoredTop sz="94627"/>
  </p:normalViewPr>
  <p:slideViewPr>
    <p:cSldViewPr snapToGrid="0">
      <p:cViewPr varScale="1">
        <p:scale>
          <a:sx n="89" d="100"/>
          <a:sy n="89" d="100"/>
        </p:scale>
        <p:origin x="997" y="45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2B7F2-4ED9-403D-8D8A-879FE3B4014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C423D-7B4B-467C-A396-4684F9D5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DE8D-798D-7555-88AA-4E95AF2C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55F20-0008-EC69-AC5E-D4FE09F79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1490-2FD4-AA50-BF50-4CF45762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35BF-6526-76F5-5969-04EDDEEC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706E-08C5-A163-CBC0-FC7AE816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5F3D-D312-928A-32FE-7257407D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6CF6-4835-2587-BDF2-EA47C33E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88C-59DE-2F0B-8FC0-84C64C1D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2A61-CE4A-8891-E424-CCBF1B92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0E8D-334E-B257-73DB-24B5D00D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9CC0-142D-0422-B915-B6015A2B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E424-1A09-B3F5-445E-3D6A9FEB9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8D41-581E-95D0-BC61-2FC75315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768F-F744-A98F-FDDE-2F26B118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01A2D-EE1F-C63F-6E0B-EA54C33E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3A80-A87E-D958-D2DB-90FEF1C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DEB2-CCCE-F170-1F5E-3F550729F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B4791-08C3-3085-79B4-63C4A6C20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416DA-E63F-75F7-16BF-6FE05494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DB0CF-1249-793C-6933-723E973A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69478-216A-E420-4871-50B60E4E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2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A8BE-99EA-CEB3-F967-3E3C3056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3B47-DE42-B6AC-886D-392613950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DDFE9-841D-4C7F-2B89-B3FB2ED46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64B45-0D56-BCEA-CB35-E3A628EB1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B7089-3B4E-CA12-8290-AD730D246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CA35-7947-CC39-9F84-DF76F92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2F98D-335D-5379-B7EB-51568888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6135E-532D-47C6-EBF4-BCF9B6F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037-D3AD-4234-3784-617F2814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5E707-9B4D-9764-18C2-E6F951D1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A7BC-9FD1-F3A1-FF97-C3B77D32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1E4CE-523B-97B0-46D1-83937B16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7AEB8-1F39-B754-CEB1-E6CC74FE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E0D89-B5C6-76DF-E3EE-7BC349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0BEE-FACB-CCF3-75B9-D90A28BF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B739-52C1-EC9C-BAB6-2190F2E5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22FE-F550-4965-05BB-3BD1B961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F61AD-E898-1348-500B-D53F8E68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113D-70B5-1554-B46B-E1FA9BE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BD78A-BCFB-145F-3560-0F0D234A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CCA62-BD49-0A4E-BA55-F4548E5B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51F-A63A-4CA9-56FB-FF25D44D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EC0B8-E9A4-D6BC-BB6C-AC4DBBD0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E3693-0009-6A56-43F4-448D30D4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BE45-3029-7D5B-0B91-A6442F2C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A3B2A-5F1E-D057-20F7-C5001462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52A6-6EBB-F9BC-7FF0-B021E143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9BE5-8A2D-8C54-A867-730006CE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8D7C-1733-7420-C8E2-E1B600840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AF03-26F1-AC4F-04EC-3410C5C6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ABDB-17A1-FDF0-E308-D956490B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79D9C-4CC0-24EA-6C38-5F06378D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87074-DFB1-F2E5-FE3E-E983588B5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33FA0-2BA5-C1F9-9453-A4C2D05CA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3321-B3F2-4A16-8C64-8DC325FA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88C8-C17F-3F52-8E89-BDA6863A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C3A1-BC56-130D-575A-B17453E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0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452CD-2F74-E689-677A-5D2A444E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F50-C904-90BC-1C17-1DDCAF20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5E9F-45E2-2B0B-2F8B-77B2BFB00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54A3-E78A-1718-5D47-74ED7E2BE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D6CD-F51E-9292-4433-501911A88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520502-90A8-D843-C00C-43E6F07EEC48}"/>
              </a:ext>
            </a:extLst>
          </p:cNvPr>
          <p:cNvSpPr/>
          <p:nvPr/>
        </p:nvSpPr>
        <p:spPr>
          <a:xfrm rot="5400000">
            <a:off x="-1118752" y="-2843369"/>
            <a:ext cx="4937760" cy="822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C38AF0-47D9-58D2-4F0D-99866FFC6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" r="15320" b="17107"/>
          <a:stretch/>
        </p:blipFill>
        <p:spPr>
          <a:xfrm>
            <a:off x="-2248027" y="-203460"/>
            <a:ext cx="1862668" cy="25562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8D7F8C-FC6A-0D1B-23B3-BB15B3C27F0E}"/>
              </a:ext>
            </a:extLst>
          </p:cNvPr>
          <p:cNvSpPr/>
          <p:nvPr/>
        </p:nvSpPr>
        <p:spPr>
          <a:xfrm>
            <a:off x="-54775" y="-1197449"/>
            <a:ext cx="5519703" cy="493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ED4D3-B8A2-0AB9-C8FD-962133AF7216}"/>
              </a:ext>
            </a:extLst>
          </p:cNvPr>
          <p:cNvSpPr txBox="1"/>
          <p:nvPr/>
        </p:nvSpPr>
        <p:spPr>
          <a:xfrm>
            <a:off x="24808" y="-1141069"/>
            <a:ext cx="5164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Vietnam National University – Ho Chi Minh city</a:t>
            </a:r>
            <a:endParaRPr lang="en-US" sz="1200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UNIVERSITY OF INFORMATION TECHNOLOGY</a:t>
            </a:r>
            <a:endParaRPr lang="en-VN" b="1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0CD473-C42E-72CC-B780-B56300F43C21}"/>
              </a:ext>
            </a:extLst>
          </p:cNvPr>
          <p:cNvCxnSpPr/>
          <p:nvPr/>
        </p:nvCxnSpPr>
        <p:spPr>
          <a:xfrm>
            <a:off x="99039" y="-562472"/>
            <a:ext cx="38312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B618CBA-AA54-8321-E80A-FBBFBB19B966}"/>
              </a:ext>
            </a:extLst>
          </p:cNvPr>
          <p:cNvSpPr txBox="1"/>
          <p:nvPr/>
        </p:nvSpPr>
        <p:spPr>
          <a:xfrm>
            <a:off x="24809" y="440434"/>
            <a:ext cx="524368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PhD. PHAM HOAI LUAN</a:t>
            </a:r>
          </a:p>
          <a:p>
            <a:r>
              <a:rPr lang="en-US" sz="2000" b="1">
                <a:solidFill>
                  <a:schemeClr val="bg1"/>
                </a:solidFill>
              </a:rPr>
              <a:t>Lecturer, Faculty of Computer Engineering</a:t>
            </a:r>
            <a:endParaRPr lang="en-VN" sz="2000" b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11831-8670-BA97-ED42-6225D79F0E2B}"/>
              </a:ext>
            </a:extLst>
          </p:cNvPr>
          <p:cNvSpPr txBox="1"/>
          <p:nvPr/>
        </p:nvSpPr>
        <p:spPr>
          <a:xfrm>
            <a:off x="24808" y="3424188"/>
            <a:ext cx="5243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Quarter 34, Linh Trung ward, Ho Chi Minh city, Vietnam</a:t>
            </a:r>
            <a:endParaRPr lang="en-VN" sz="120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440BA-ACD4-D77B-D2F8-3D6745B67D87}"/>
              </a:ext>
            </a:extLst>
          </p:cNvPr>
          <p:cNvSpPr txBox="1"/>
          <p:nvPr/>
        </p:nvSpPr>
        <p:spPr>
          <a:xfrm>
            <a:off x="24808" y="1781131"/>
            <a:ext cx="524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Email: luanph@uit.edu.vn</a:t>
            </a:r>
          </a:p>
          <a:p>
            <a:r>
              <a:rPr lang="en-US" sz="1600" b="1">
                <a:solidFill>
                  <a:schemeClr val="bg1"/>
                </a:solidFill>
              </a:rPr>
              <a:t>Phone:  (+84) 383609042</a:t>
            </a:r>
            <a:endParaRPr lang="en-VN" sz="1600" b="1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D03813-10A9-E834-BE9E-D0188AFD0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4303" y="-1094224"/>
            <a:ext cx="1186947" cy="74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ADA901E-C9D5-5DC0-269E-E6C8FB962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4117" y="-1047378"/>
            <a:ext cx="810364" cy="65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51C8A9-F2D7-4988-D911-B82931689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3" t="8788" r="9596" b="11302"/>
          <a:stretch/>
        </p:blipFill>
        <p:spPr>
          <a:xfrm>
            <a:off x="-1864204" y="2365906"/>
            <a:ext cx="1095022" cy="109996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8E9AA6F-4D26-8204-11A7-0B61EF9F7A14}"/>
              </a:ext>
            </a:extLst>
          </p:cNvPr>
          <p:cNvSpPr/>
          <p:nvPr/>
        </p:nvSpPr>
        <p:spPr>
          <a:xfrm rot="5400000">
            <a:off x="-1118752" y="2244463"/>
            <a:ext cx="4937760" cy="822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EAE0F3-E8A6-67F6-B8F1-162766726B9D}"/>
              </a:ext>
            </a:extLst>
          </p:cNvPr>
          <p:cNvSpPr/>
          <p:nvPr/>
        </p:nvSpPr>
        <p:spPr>
          <a:xfrm>
            <a:off x="-54775" y="3890383"/>
            <a:ext cx="5519703" cy="493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3719F-5DBC-DB80-A6D0-1D8201625A1D}"/>
              </a:ext>
            </a:extLst>
          </p:cNvPr>
          <p:cNvSpPr txBox="1"/>
          <p:nvPr/>
        </p:nvSpPr>
        <p:spPr>
          <a:xfrm>
            <a:off x="24808" y="3946763"/>
            <a:ext cx="5164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>
                <a:solidFill>
                  <a:srgbClr val="E2E5E9"/>
                </a:solidFill>
                <a:effectLst/>
                <a:latin typeface="Segoe UI Historic" panose="020F0502020204030204" pitchFamily="34" charset="0"/>
              </a:rPr>
              <a:t>Nara Institute of Science and Technology</a:t>
            </a:r>
          </a:p>
          <a:p>
            <a:r>
              <a:rPr lang="en-US" b="1">
                <a:solidFill>
                  <a:schemeClr val="bg1"/>
                </a:solidFill>
              </a:rPr>
              <a:t>Graduate School of Science and Technology</a:t>
            </a:r>
            <a:endParaRPr lang="en-VN" b="1">
              <a:solidFill>
                <a:schemeClr val="bg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F8A713-B49E-6B3B-8757-60A0D2F5E03E}"/>
              </a:ext>
            </a:extLst>
          </p:cNvPr>
          <p:cNvCxnSpPr/>
          <p:nvPr/>
        </p:nvCxnSpPr>
        <p:spPr>
          <a:xfrm>
            <a:off x="99039" y="4525360"/>
            <a:ext cx="38312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711C62F-9FD2-4FC7-04DF-C738EADC65E3}"/>
              </a:ext>
            </a:extLst>
          </p:cNvPr>
          <p:cNvSpPr txBox="1"/>
          <p:nvPr/>
        </p:nvSpPr>
        <p:spPr>
          <a:xfrm>
            <a:off x="24809" y="5528266"/>
            <a:ext cx="53503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PhD. PHAM HOAI LUAN</a:t>
            </a:r>
          </a:p>
          <a:p>
            <a:r>
              <a:rPr lang="en-US" sz="2000" b="1">
                <a:solidFill>
                  <a:schemeClr val="bg1"/>
                </a:solidFill>
              </a:rPr>
              <a:t>Assistant. Prof, Information Science division</a:t>
            </a:r>
            <a:endParaRPr lang="en-VN" sz="2000" b="1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320919-50F7-FCC0-307D-108A46D70408}"/>
              </a:ext>
            </a:extLst>
          </p:cNvPr>
          <p:cNvSpPr txBox="1"/>
          <p:nvPr/>
        </p:nvSpPr>
        <p:spPr>
          <a:xfrm>
            <a:off x="24808" y="8512020"/>
            <a:ext cx="5243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8916-5 Takayama, Ikoma, Nara 630-019, Japan</a:t>
            </a:r>
            <a:endParaRPr lang="en-VN" sz="120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A16007-87B1-0025-7FD3-9F48D37FFB3A}"/>
              </a:ext>
            </a:extLst>
          </p:cNvPr>
          <p:cNvSpPr txBox="1"/>
          <p:nvPr/>
        </p:nvSpPr>
        <p:spPr>
          <a:xfrm>
            <a:off x="24808" y="6868963"/>
            <a:ext cx="524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Email: pham.luan@is.naist.jp</a:t>
            </a:r>
          </a:p>
          <a:p>
            <a:r>
              <a:rPr lang="en-US" sz="1600" b="1">
                <a:solidFill>
                  <a:schemeClr val="bg1"/>
                </a:solidFill>
              </a:rPr>
              <a:t>Phone:  (+81) 8095315365</a:t>
            </a:r>
            <a:endParaRPr lang="en-VN" sz="1600" b="1">
              <a:solidFill>
                <a:schemeClr val="bg1"/>
              </a:solidFill>
            </a:endParaRPr>
          </a:p>
        </p:txBody>
      </p:sp>
      <p:pic>
        <p:nvPicPr>
          <p:cNvPr id="1032" name="Picture 8" descr="Nara Institute of Science and Technology (NAIST) – MOBI ...">
            <a:extLst>
              <a:ext uri="{FF2B5EF4-FFF2-40B4-BE49-F238E27FC236}">
                <a16:creationId xmlns:a16="http://schemas.microsoft.com/office/drawing/2014/main" id="{745D3A34-E8D4-A760-FA80-F09242618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10934" y="4024473"/>
            <a:ext cx="2561588" cy="146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859E5D3-7045-0C87-6F49-1AC35FD008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6" t="9116" r="9535" b="9358"/>
          <a:stretch/>
        </p:blipFill>
        <p:spPr>
          <a:xfrm>
            <a:off x="-1940830" y="7453738"/>
            <a:ext cx="1092996" cy="1099967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61DDE83-45A9-DD52-BEF3-4A521C66E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40830" y="5775967"/>
            <a:ext cx="1092996" cy="10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52D15F-36BB-CEA6-E55A-8632C3331CCC}"/>
              </a:ext>
            </a:extLst>
          </p:cNvPr>
          <p:cNvSpPr txBox="1"/>
          <p:nvPr/>
        </p:nvSpPr>
        <p:spPr>
          <a:xfrm>
            <a:off x="-2665463" y="7172135"/>
            <a:ext cx="254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Computing Architecture lab</a:t>
            </a:r>
            <a:endParaRPr lang="en-VN" sz="1400" b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A8C59F-4CB5-1ED6-B1C3-5A1E01E9071D}"/>
              </a:ext>
            </a:extLst>
          </p:cNvPr>
          <p:cNvSpPr/>
          <p:nvPr/>
        </p:nvSpPr>
        <p:spPr>
          <a:xfrm rot="5400000">
            <a:off x="7259233" y="-2843369"/>
            <a:ext cx="4937760" cy="822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A89D925-8829-6179-0CCD-0E421BE09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" r="15320" b="17107"/>
          <a:stretch/>
        </p:blipFill>
        <p:spPr>
          <a:xfrm>
            <a:off x="6129958" y="-203460"/>
            <a:ext cx="1862668" cy="255623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FB57AA8-93B5-3FED-F76D-4CF4CA984CB5}"/>
              </a:ext>
            </a:extLst>
          </p:cNvPr>
          <p:cNvSpPr/>
          <p:nvPr/>
        </p:nvSpPr>
        <p:spPr>
          <a:xfrm>
            <a:off x="8323210" y="-1197449"/>
            <a:ext cx="5519703" cy="493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9D053B-637C-E17D-6393-CC9FEE63C558}"/>
              </a:ext>
            </a:extLst>
          </p:cNvPr>
          <p:cNvSpPr txBox="1"/>
          <p:nvPr/>
        </p:nvSpPr>
        <p:spPr>
          <a:xfrm>
            <a:off x="8402793" y="-1141069"/>
            <a:ext cx="5164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Vietnam National University – Ho Chi Minh city</a:t>
            </a:r>
            <a:endParaRPr lang="en-US" sz="1200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UNIVERSITY OF INFORMATION TECHNOLOGY</a:t>
            </a:r>
            <a:endParaRPr lang="en-VN" b="1">
              <a:solidFill>
                <a:schemeClr val="bg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8E8736F-449C-E924-2C3F-61FF37D7623E}"/>
              </a:ext>
            </a:extLst>
          </p:cNvPr>
          <p:cNvCxnSpPr/>
          <p:nvPr/>
        </p:nvCxnSpPr>
        <p:spPr>
          <a:xfrm>
            <a:off x="8477024" y="-562472"/>
            <a:ext cx="38312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1B02CC-A87F-9104-F0A0-9C96CFC2C585}"/>
              </a:ext>
            </a:extLst>
          </p:cNvPr>
          <p:cNvSpPr txBox="1"/>
          <p:nvPr/>
        </p:nvSpPr>
        <p:spPr>
          <a:xfrm>
            <a:off x="8402794" y="440434"/>
            <a:ext cx="524368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PhD. VU TUAN HAI</a:t>
            </a:r>
          </a:p>
          <a:p>
            <a:r>
              <a:rPr lang="en-US" sz="2000" b="1">
                <a:solidFill>
                  <a:schemeClr val="bg1"/>
                </a:solidFill>
              </a:rPr>
              <a:t>Lecturer, Faculty of Software Engineering</a:t>
            </a:r>
            <a:endParaRPr lang="en-VN" sz="2000" b="1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C0D506-D1D8-BE4D-BCFA-A44C6091076A}"/>
              </a:ext>
            </a:extLst>
          </p:cNvPr>
          <p:cNvSpPr txBox="1"/>
          <p:nvPr/>
        </p:nvSpPr>
        <p:spPr>
          <a:xfrm>
            <a:off x="8402793" y="3424188"/>
            <a:ext cx="5243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Quarter 34, Linh Trung ward, Ho Chi Minh city, Vietnam</a:t>
            </a:r>
            <a:endParaRPr lang="en-VN"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537F80-7620-7B67-89C2-9E8DA417B127}"/>
              </a:ext>
            </a:extLst>
          </p:cNvPr>
          <p:cNvSpPr txBox="1"/>
          <p:nvPr/>
        </p:nvSpPr>
        <p:spPr>
          <a:xfrm>
            <a:off x="8402793" y="1781131"/>
            <a:ext cx="524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Email: haivt@uit.edu.vn</a:t>
            </a:r>
          </a:p>
          <a:p>
            <a:r>
              <a:rPr lang="en-US" sz="1600" b="1">
                <a:solidFill>
                  <a:schemeClr val="bg1"/>
                </a:solidFill>
              </a:rPr>
              <a:t>Phone:  (+84) 814822188</a:t>
            </a:r>
            <a:endParaRPr lang="en-VN" sz="1600" b="1">
              <a:solidFill>
                <a:schemeClr val="bg1"/>
              </a:solidFill>
            </a:endParaRP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48B78DE9-0716-6FF7-7D65-56BB966FD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682" y="-1094224"/>
            <a:ext cx="1186947" cy="74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>
            <a:extLst>
              <a:ext uri="{FF2B5EF4-FFF2-40B4-BE49-F238E27FC236}">
                <a16:creationId xmlns:a16="http://schemas.microsoft.com/office/drawing/2014/main" id="{14874428-828A-D417-C63F-E4DF6694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868" y="-1047378"/>
            <a:ext cx="810364" cy="65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26440C-BE81-2A81-F057-98DD12A97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3" t="8788" r="9596" b="11302"/>
          <a:stretch/>
        </p:blipFill>
        <p:spPr>
          <a:xfrm>
            <a:off x="6513781" y="2365906"/>
            <a:ext cx="1095022" cy="109996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A74744F-BA84-1FA8-8FD2-15D877FA1407}"/>
              </a:ext>
            </a:extLst>
          </p:cNvPr>
          <p:cNvSpPr/>
          <p:nvPr/>
        </p:nvSpPr>
        <p:spPr>
          <a:xfrm rot="5400000">
            <a:off x="7259233" y="2244463"/>
            <a:ext cx="4937760" cy="822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5886DF-F966-9E07-5094-6718EB9724E0}"/>
              </a:ext>
            </a:extLst>
          </p:cNvPr>
          <p:cNvSpPr/>
          <p:nvPr/>
        </p:nvSpPr>
        <p:spPr>
          <a:xfrm>
            <a:off x="8323210" y="3890383"/>
            <a:ext cx="5519703" cy="493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206C8D-1D71-85A0-6288-D51FA03D07FB}"/>
              </a:ext>
            </a:extLst>
          </p:cNvPr>
          <p:cNvSpPr txBox="1"/>
          <p:nvPr/>
        </p:nvSpPr>
        <p:spPr>
          <a:xfrm>
            <a:off x="8402793" y="3946763"/>
            <a:ext cx="51641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>
                <a:solidFill>
                  <a:srgbClr val="E2E5E9"/>
                </a:solidFill>
                <a:effectLst/>
                <a:latin typeface="Segoe UI Historic" panose="020F0502020204030204" pitchFamily="34" charset="0"/>
              </a:rPr>
              <a:t>Tohoku University</a:t>
            </a:r>
          </a:p>
          <a:p>
            <a:pPr algn="l"/>
            <a:r>
              <a:rPr lang="en-US" b="1">
                <a:solidFill>
                  <a:schemeClr val="bg1"/>
                </a:solidFill>
              </a:rPr>
              <a:t>Frontier Research Institute </a:t>
            </a:r>
          </a:p>
          <a:p>
            <a:pPr algn="l"/>
            <a:r>
              <a:rPr lang="en-US" b="1">
                <a:solidFill>
                  <a:schemeClr val="bg1"/>
                </a:solidFill>
              </a:rPr>
              <a:t>for Interdisciplinary Sciences</a:t>
            </a:r>
            <a:endParaRPr lang="en-VN" b="1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B96E0B-0D5B-0268-F592-FB0FAE7850A1}"/>
              </a:ext>
            </a:extLst>
          </p:cNvPr>
          <p:cNvCxnSpPr/>
          <p:nvPr/>
        </p:nvCxnSpPr>
        <p:spPr>
          <a:xfrm>
            <a:off x="8477024" y="4889423"/>
            <a:ext cx="38312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F1EFCA8-01A5-0078-21B9-1C7E0112C21F}"/>
              </a:ext>
            </a:extLst>
          </p:cNvPr>
          <p:cNvSpPr txBox="1"/>
          <p:nvPr/>
        </p:nvSpPr>
        <p:spPr>
          <a:xfrm>
            <a:off x="8402794" y="5528266"/>
            <a:ext cx="53503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PhD. VU TUAN HAI</a:t>
            </a:r>
          </a:p>
          <a:p>
            <a:r>
              <a:rPr lang="en-US" sz="2000" b="1">
                <a:solidFill>
                  <a:schemeClr val="bg1"/>
                </a:solidFill>
              </a:rPr>
              <a:t>Visiting Researcher</a:t>
            </a:r>
            <a:endParaRPr lang="en-VN" sz="2000" b="1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13B2CB-71D0-06D7-5BD4-9799A45FC281}"/>
              </a:ext>
            </a:extLst>
          </p:cNvPr>
          <p:cNvSpPr txBox="1"/>
          <p:nvPr/>
        </p:nvSpPr>
        <p:spPr>
          <a:xfrm>
            <a:off x="8402793" y="8512020"/>
            <a:ext cx="5243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Aoba-6-3 Aramaki, Aoba Ward, Sendai, Miyagi 980-0845, Japan</a:t>
            </a:r>
            <a:endParaRPr lang="en-VN" sz="120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5ABEEC-27A4-8EE1-9990-8462FC13917F}"/>
              </a:ext>
            </a:extLst>
          </p:cNvPr>
          <p:cNvSpPr txBox="1"/>
          <p:nvPr/>
        </p:nvSpPr>
        <p:spPr>
          <a:xfrm>
            <a:off x="8402793" y="6868963"/>
            <a:ext cx="524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Email: tuan.hai.vu.b7@tohoku.ac.jp</a:t>
            </a:r>
          </a:p>
          <a:p>
            <a:r>
              <a:rPr lang="en-US" sz="1600" b="1">
                <a:solidFill>
                  <a:schemeClr val="bg1"/>
                </a:solidFill>
              </a:rPr>
              <a:t>Phone: (+81) 7089462244 </a:t>
            </a:r>
            <a:endParaRPr lang="en-VN" sz="1600" b="1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72A198-41C8-8321-CFBA-0EE2D13EF84B}"/>
              </a:ext>
            </a:extLst>
          </p:cNvPr>
          <p:cNvSpPr txBox="1"/>
          <p:nvPr/>
        </p:nvSpPr>
        <p:spPr>
          <a:xfrm>
            <a:off x="5712522" y="7155207"/>
            <a:ext cx="254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Quantar lab</a:t>
            </a:r>
            <a:endParaRPr lang="en-VN" sz="1400" b="1"/>
          </a:p>
        </p:txBody>
      </p:sp>
      <p:pic>
        <p:nvPicPr>
          <p:cNvPr id="1038" name="Picture 14" descr="所内向け情報｜東北大学 学際科学フロンティア研究所 - Frontier Research Institute for  Interdisciplinary Sciences">
            <a:extLst>
              <a:ext uri="{FF2B5EF4-FFF2-40B4-BE49-F238E27FC236}">
                <a16:creationId xmlns:a16="http://schemas.microsoft.com/office/drawing/2014/main" id="{E03B44F5-032F-BCC4-C6F3-BFA9070F1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858" y="4091139"/>
            <a:ext cx="954454" cy="116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5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E0FC826-AE2D-4186-D66D-C92D8D0126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6" t="11751" r="9255" b="8897"/>
          <a:stretch/>
        </p:blipFill>
        <p:spPr>
          <a:xfrm>
            <a:off x="6470889" y="7474327"/>
            <a:ext cx="1119479" cy="1098333"/>
          </a:xfrm>
          <a:prstGeom prst="rect">
            <a:avLst/>
          </a:prstGeom>
        </p:spPr>
      </p:pic>
      <p:pic>
        <p:nvPicPr>
          <p:cNvPr id="1040" name="Picture 16" descr="About | Tohoku University">
            <a:extLst>
              <a:ext uri="{FF2B5EF4-FFF2-40B4-BE49-F238E27FC236}">
                <a16:creationId xmlns:a16="http://schemas.microsoft.com/office/drawing/2014/main" id="{F471593D-8FF7-2FA0-03EB-39DD0F10C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580" y="4024473"/>
            <a:ext cx="912544" cy="123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87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43677</TotalTime>
  <Words>205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Historic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Vũ Tuấn Hải</cp:lastModifiedBy>
  <cp:revision>17</cp:revision>
  <dcterms:created xsi:type="dcterms:W3CDTF">2025-08-09T01:51:01Z</dcterms:created>
  <dcterms:modified xsi:type="dcterms:W3CDTF">2026-01-23T04:16:10Z</dcterms:modified>
</cp:coreProperties>
</file>